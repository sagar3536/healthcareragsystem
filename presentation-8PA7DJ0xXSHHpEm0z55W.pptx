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6"/>
  </p:notesMasterIdLst>
  <p:sldIdLst>
    <p:sldId id="260" r:id="rId21"/>
    <p:sldId id="261" r:id="rId22"/>
    <p:sldId id="262" r:id="rId23"/>
    <p:sldId id="263" r:id="rId24"/>
    <p:sldId id="264" r:id="rId25"/>
    <p:sldId id="265" r:id="rId26"/>
    <p:sldId id="266" r:id="rId27"/>
    <p:sldId id="267" r:id="rId28"/>
    <p:sldId id="268" r:id="rId29"/>
    <p:sldId id="269" r:id="rId30"/>
  </p:sldIdLst>
  <p:sldSz cx="9144000" cy="5143500" type="screen16x9"/>
  <p:notesSz cx="6858000" cy="9144000"/>
  <p:embeddedFontLst>
    <p:embeddedFont>
      <p:font typeface="Roboto" panose="02000000000000000000" pitchFamily="2" charset="0"/>
      <p:regular r:id="rId7"/>
      <p:bold r:id="rId8"/>
      <p:italic r:id="rId9"/>
      <p:boldItalic r:id="rId10"/>
    </p:embeddedFont>
    <p:embeddedFont>
      <p:font typeface="Roboto Slab" pitchFamily="2" charset="0"/>
      <p:regular r:id="rId11"/>
      <p:bold r:id="rId12"/>
    </p:embeddedFont>
    <p:embeddedFont>
      <p:font typeface="Verdana" panose="020B0604030504040204" pitchFamily="3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37" d="100"/>
          <a:sy n="137" d="100"/>
        </p:scale>
        <p:origin x="1368" y="4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font" Target="fonts/font1.fntdata"/><Relationship Id="rId8" Type="http://schemas.openxmlformats.org/officeDocument/2006/relationships/font" Target="fonts/font2.fntdata"/><Relationship Id="rId9" Type="http://schemas.openxmlformats.org/officeDocument/2006/relationships/font" Target="fonts/font3.fntdata"/><Relationship Id="rId10" Type="http://schemas.openxmlformats.org/officeDocument/2006/relationships/font" Target="fonts/font4.fntdata"/><Relationship Id="rId11" Type="http://schemas.openxmlformats.org/officeDocument/2006/relationships/font" Target="fonts/font5.fntdata"/><Relationship Id="rId12" Type="http://schemas.openxmlformats.org/officeDocument/2006/relationships/font" Target="fonts/font6.fntdata"/><Relationship Id="rId13" Type="http://schemas.openxmlformats.org/officeDocument/2006/relationships/font" Target="fonts/font7.fntdata"/><Relationship Id="rId14" Type="http://schemas.openxmlformats.org/officeDocument/2006/relationships/font" Target="fonts/font8.fntdata"/><Relationship Id="rId15" Type="http://schemas.openxmlformats.org/officeDocument/2006/relationships/font" Target="fonts/font9.fntdata"/><Relationship Id="rId16" Type="http://schemas.openxmlformats.org/officeDocument/2006/relationships/font" Target="fonts/font10.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Welcome to the presentation on MedRAG, a pioneering approach designed to bridge the knowledge gap in large language models (LLMs) post-training. Today, we will explore how our hybrid retrieval-augmented generation (RAG) pipeline can enhance AI applications in healthcare research from 2023 to 2025. My name is [Your Name], and I am affiliated with the Department of Computer Science at [University/Institution Name]. Let's dive into the challenges we face in this domain. Research intelligence systems are crucial for accelerating discovery, yet few solutions exist that offer integrated, current, and cross-domain analysis for specialized fields like AI and healthcare. MedRAG is introduced as a resource-efficient hybrid RAG pipeline designed to empower researchers and tackle the complexities of cross-domain scientific inquiry. It is grounded in a meticulously curated vector store of 100,000 multi-source AI and healthcare research papers published between 2023 and 2025. The system employs a multi-stage approach, utilizing a FAISS index for up-to-date evidence, Flan-T5-Large as a Fusion-in-Decoder synthesizer, and the resource-efficient Gemma-2B model for final narrative enhancement. Quantitative benchmarks validate the effectiveness of this hybrid approach, showing a significant 22.9% improvement in overall quality score over the FiD-only baseline in answering complex research queries. Furthermore, the integrated Medical Validator Agent ensures responsible AI practices, maintaining an average safety score of 0.71 out of 1.0. MedRAG validates RAG as the definitive, scalable strategy for deploying scientifically current LLM capabilities and advancing cross-domain research intelligence.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MedRAG pipeline is designed with a clear architecture that facilitates efficient knowledge integration. It begins with FAISS, a powerful tool for document retrieval, followed by FiD synthesis and Gemma enhancement to generate high-quality outputs. The key steps in this process include retrieval, synthesis, generation, and validation, ensuring that we comprehensively address the knowledge gap. Importantly, user queries are embedded into the FAISS system, allowing for precise document retrieval and enhancing the relevance of our outputs.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Now, I would like to open the floor for questions and discussions. Your feedback on the MedRAG approach and its applications is invaluable, and I look forward to engaging with you on this exciting topic.</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core problems we face in leveraging LLMs for healthcare research are multifaceted. First, knowledge obsolescence is a significant issue, as models like Gemma-2B are constrained by their training data, which can quickly become outdated. Second, the resource constraints associated with continuous fine-tuning and training of large foundational models can limit accessibility for many researchers. Lastly, the complexity of synthesizing knowledge across various scientific domains complicates the effective application of AI in healthcare, leading to potential gaps in research and practice.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MedRAG solution introduces a hybrid architecture that effectively bridges the knowledge gap in LLMs. By combining retrieval and generation techniques, we ensure that our models utilize the most current and relevant information. A key innovation is our custom data injection, which incorporates a vast corpus of 100,000 papers from 2023 to 2025, providing a rich foundation for training. Additionally, our model chaining strategy decouples tasks across three specialized models, optimizing resource use and enhancing performance.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implications of MedRAG for AI in healthcare are profound. This innovative approach has the potential to revolutionize how AI applications are utilized in the field, significantly enhancing the speed and accuracy of research outcomes. By providing timely and relevant information, MedRAG can improve research efficiency, ultimately leading to better decision-making and patient outcomes for healthcare professionals and researchers alike.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 conclusion, MedRAG stands as a resource-efficient strategy for deploying the capabilities of current LLMs, effectively addressing the critical knowledge gaps in healthcare research. Looking ahead, our future work will explore several exciting directions, including the integration of multimodal RAG, the implementation of dynamic latency control, and the enhancement of trust and explainability mechanisms within AI systems.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 terms of performance metrics, our validation process reveals a significant uplift in effectiveness, underscoring the advantages of the MedRAG approach. Notably, we observe a quality gain of +22.9% attributable to the enhancement layer, which markedly improves the relevance and accuracy of the generated outputs. Additionally, we will present a performance comparison table that juxtaposes baseline models with the full MedRAG implementation, clearly illustrating the benefits of our innovative approach.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userDrawn="1"/>
        </p:nvSpPr>
        <p:spPr>
          <a:xfrm>
            <a:off x="156918" y="15221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rgbClr val="FDCB3B"/>
            </a:solidFill>
            <a:prstDash val="solid"/>
            <a:miter lim="8000"/>
            <a:headEnd type="none" w="sm" len="sm"/>
            <a:tailEnd type="none" w="sm" len="sm"/>
          </a:ln>
        </p:spPr>
        <p:txBody>
          <a:bodyPr/>
          <a:lstStyle/>
          <a:p>
            <a:endParaRPr lang="en-US"/>
          </a:p>
        </p:txBody>
      </p:sp>
      <p:sp>
        <p:nvSpPr>
          <p:cNvPr id="11" name="Google Shape;11;p2"/>
          <p:cNvSpPr/>
          <p:nvPr/>
        </p:nvSpPr>
        <p:spPr>
          <a:xfrm rot="10800000">
            <a:off x="7931645" y="339597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rgbClr val="FDCB3B"/>
            </a:solidFill>
            <a:prstDash val="solid"/>
            <a:miter lim="8000"/>
            <a:headEnd type="none" w="sm" len="sm"/>
            <a:tailEnd type="none" w="sm" len="sm"/>
          </a:ln>
        </p:spPr>
        <p:txBody>
          <a:bodyPr/>
          <a:lstStyle/>
          <a:p>
            <a:endParaRPr lang="en-US"/>
          </a:p>
        </p:txBody>
      </p:sp>
      <p:sp>
        <p:nvSpPr>
          <p:cNvPr id="13" name="Google Shape;13;p2"/>
          <p:cNvSpPr txBox="1">
            <a:spLocks noGrp="1"/>
          </p:cNvSpPr>
          <p:nvPr>
            <p:ph type="ctrTitle"/>
          </p:nvPr>
        </p:nvSpPr>
        <p:spPr>
          <a:xfrm>
            <a:off x="297366" y="1188925"/>
            <a:ext cx="8556702" cy="1457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Font typeface="Verdana"/>
              <a:buNone/>
              <a:defRPr sz="4000">
                <a:latin typeface="Verdana"/>
                <a:ea typeface="Verdana"/>
                <a:cs typeface="Verdana"/>
                <a:sym typeface="Verdana"/>
              </a:defRPr>
            </a:lvl1pPr>
            <a:lvl2pPr lvl="1" algn="ctr">
              <a:spcBef>
                <a:spcPts val="0"/>
              </a:spcBef>
              <a:spcAft>
                <a:spcPts val="0"/>
              </a:spcAft>
              <a:buSzPts val="4000"/>
              <a:buFont typeface="Verdana"/>
              <a:buNone/>
              <a:defRPr sz="4000">
                <a:latin typeface="Verdana"/>
                <a:ea typeface="Verdana"/>
                <a:cs typeface="Verdana"/>
                <a:sym typeface="Verdana"/>
              </a:defRPr>
            </a:lvl2pPr>
            <a:lvl3pPr lvl="2" algn="ctr">
              <a:spcBef>
                <a:spcPts val="0"/>
              </a:spcBef>
              <a:spcAft>
                <a:spcPts val="0"/>
              </a:spcAft>
              <a:buSzPts val="4000"/>
              <a:buFont typeface="Verdana"/>
              <a:buNone/>
              <a:defRPr sz="4000">
                <a:latin typeface="Verdana"/>
                <a:ea typeface="Verdana"/>
                <a:cs typeface="Verdana"/>
                <a:sym typeface="Verdana"/>
              </a:defRPr>
            </a:lvl3pPr>
            <a:lvl4pPr lvl="3" algn="ctr">
              <a:spcBef>
                <a:spcPts val="0"/>
              </a:spcBef>
              <a:spcAft>
                <a:spcPts val="0"/>
              </a:spcAft>
              <a:buSzPts val="4000"/>
              <a:buFont typeface="Verdana"/>
              <a:buNone/>
              <a:defRPr sz="4000">
                <a:latin typeface="Verdana"/>
                <a:ea typeface="Verdana"/>
                <a:cs typeface="Verdana"/>
                <a:sym typeface="Verdana"/>
              </a:defRPr>
            </a:lvl4pPr>
            <a:lvl5pPr lvl="4" algn="ctr">
              <a:spcBef>
                <a:spcPts val="0"/>
              </a:spcBef>
              <a:spcAft>
                <a:spcPts val="0"/>
              </a:spcAft>
              <a:buSzPts val="4000"/>
              <a:buFont typeface="Verdana"/>
              <a:buNone/>
              <a:defRPr sz="4000">
                <a:latin typeface="Verdana"/>
                <a:ea typeface="Verdana"/>
                <a:cs typeface="Verdana"/>
                <a:sym typeface="Verdana"/>
              </a:defRPr>
            </a:lvl5pPr>
            <a:lvl6pPr lvl="5" algn="ctr">
              <a:spcBef>
                <a:spcPts val="0"/>
              </a:spcBef>
              <a:spcAft>
                <a:spcPts val="0"/>
              </a:spcAft>
              <a:buSzPts val="4000"/>
              <a:buFont typeface="Verdana"/>
              <a:buNone/>
              <a:defRPr sz="4000">
                <a:latin typeface="Verdana"/>
                <a:ea typeface="Verdana"/>
                <a:cs typeface="Verdana"/>
                <a:sym typeface="Verdana"/>
              </a:defRPr>
            </a:lvl6pPr>
            <a:lvl7pPr lvl="6" algn="ctr">
              <a:spcBef>
                <a:spcPts val="0"/>
              </a:spcBef>
              <a:spcAft>
                <a:spcPts val="0"/>
              </a:spcAft>
              <a:buSzPts val="4000"/>
              <a:buFont typeface="Verdana"/>
              <a:buNone/>
              <a:defRPr sz="4000">
                <a:latin typeface="Verdana"/>
                <a:ea typeface="Verdana"/>
                <a:cs typeface="Verdana"/>
                <a:sym typeface="Verdana"/>
              </a:defRPr>
            </a:lvl7pPr>
            <a:lvl8pPr lvl="7" algn="ctr">
              <a:spcBef>
                <a:spcPts val="0"/>
              </a:spcBef>
              <a:spcAft>
                <a:spcPts val="0"/>
              </a:spcAft>
              <a:buSzPts val="4000"/>
              <a:buFont typeface="Verdana"/>
              <a:buNone/>
              <a:defRPr sz="4000">
                <a:latin typeface="Verdana"/>
                <a:ea typeface="Verdana"/>
                <a:cs typeface="Verdana"/>
                <a:sym typeface="Verdana"/>
              </a:defRPr>
            </a:lvl8pPr>
            <a:lvl9pPr lvl="8" algn="ctr">
              <a:spcBef>
                <a:spcPts val="0"/>
              </a:spcBef>
              <a:spcAft>
                <a:spcPts val="0"/>
              </a:spcAft>
              <a:buSzPts val="4000"/>
              <a:buFont typeface="Verdana"/>
              <a:buNone/>
              <a:defRPr sz="4000">
                <a:latin typeface="Verdana"/>
                <a:ea typeface="Verdana"/>
                <a:cs typeface="Verdana"/>
                <a:sym typeface="Verdana"/>
              </a:defRPr>
            </a:lvl9pPr>
          </a:lstStyle>
          <a:p>
            <a:endParaRPr dirty="0"/>
          </a:p>
        </p:txBody>
      </p:sp>
      <p:sp>
        <p:nvSpPr>
          <p:cNvPr id="14" name="Google Shape;14;p2"/>
          <p:cNvSpPr txBox="1">
            <a:spLocks noGrp="1"/>
          </p:cNvSpPr>
          <p:nvPr>
            <p:ph type="subTitle" idx="1"/>
          </p:nvPr>
        </p:nvSpPr>
        <p:spPr>
          <a:xfrm>
            <a:off x="297365" y="3376551"/>
            <a:ext cx="8556701" cy="9090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Verdana"/>
              <a:buNone/>
              <a:defRPr sz="2400">
                <a:latin typeface="Verdana"/>
                <a:ea typeface="Verdana"/>
                <a:cs typeface="Verdana"/>
                <a:sym typeface="Verdana"/>
              </a:defRPr>
            </a:lvl1pPr>
            <a:lvl2pPr lvl="1"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2pPr>
            <a:lvl3pPr lvl="2"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3pPr>
            <a:lvl4pPr lvl="3"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4pPr>
            <a:lvl5pPr lvl="4"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5pPr>
            <a:lvl6pPr lvl="5"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6pPr>
            <a:lvl7pPr lvl="6"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7pPr>
            <a:lvl8pPr lvl="7"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8pPr>
            <a:lvl9pPr lvl="8" algn="ctr">
              <a:lnSpc>
                <a:spcPct val="100000"/>
              </a:lnSpc>
              <a:spcBef>
                <a:spcPts val="0"/>
              </a:spcBef>
              <a:spcAft>
                <a:spcPts val="0"/>
              </a:spcAft>
              <a:buClr>
                <a:schemeClr val="accent5"/>
              </a:buClr>
              <a:buSzPts val="2400"/>
              <a:buFont typeface="Verdana"/>
              <a:buNone/>
              <a:defRPr sz="2400">
                <a:solidFill>
                  <a:schemeClr val="accent5"/>
                </a:solidFill>
                <a:latin typeface="Verdana"/>
                <a:ea typeface="Verdana"/>
                <a:cs typeface="Verdana"/>
                <a:sym typeface="Verdana"/>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Verdana"/>
                <a:ea typeface="Verdana"/>
                <a:cs typeface="Verdana"/>
                <a:sym typeface="Verdana"/>
              </a:defRPr>
            </a:lvl1pPr>
            <a:lvl2pPr lvl="1">
              <a:buNone/>
              <a:defRPr>
                <a:latin typeface="Verdana"/>
                <a:ea typeface="Verdana"/>
                <a:cs typeface="Verdana"/>
                <a:sym typeface="Verdana"/>
              </a:defRPr>
            </a:lvl2pPr>
            <a:lvl3pPr lvl="2">
              <a:buNone/>
              <a:defRPr>
                <a:latin typeface="Verdana"/>
                <a:ea typeface="Verdana"/>
                <a:cs typeface="Verdana"/>
                <a:sym typeface="Verdana"/>
              </a:defRPr>
            </a:lvl3pPr>
            <a:lvl4pPr lvl="3">
              <a:buNone/>
              <a:defRPr>
                <a:latin typeface="Verdana"/>
                <a:ea typeface="Verdana"/>
                <a:cs typeface="Verdana"/>
                <a:sym typeface="Verdana"/>
              </a:defRPr>
            </a:lvl4pPr>
            <a:lvl5pPr lvl="4">
              <a:buNone/>
              <a:defRPr>
                <a:latin typeface="Verdana"/>
                <a:ea typeface="Verdana"/>
                <a:cs typeface="Verdana"/>
                <a:sym typeface="Verdana"/>
              </a:defRPr>
            </a:lvl5pPr>
            <a:lvl6pPr lvl="5">
              <a:buNone/>
              <a:defRPr>
                <a:latin typeface="Verdana"/>
                <a:ea typeface="Verdana"/>
                <a:cs typeface="Verdana"/>
                <a:sym typeface="Verdana"/>
              </a:defRPr>
            </a:lvl6pPr>
            <a:lvl7pPr lvl="6">
              <a:buNone/>
              <a:defRPr>
                <a:latin typeface="Verdana"/>
                <a:ea typeface="Verdana"/>
                <a:cs typeface="Verdana"/>
                <a:sym typeface="Verdana"/>
              </a:defRPr>
            </a:lvl7pPr>
            <a:lvl8pPr lvl="7">
              <a:buNone/>
              <a:defRPr>
                <a:latin typeface="Verdana"/>
                <a:ea typeface="Verdana"/>
                <a:cs typeface="Verdana"/>
                <a:sym typeface="Verdana"/>
              </a:defRPr>
            </a:lvl8pPr>
            <a:lvl9pPr lvl="8">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rgbClr val="FDCB3B"/>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rmAutofit/>
          </a:bodyPr>
          <a:lstStyle>
            <a:lvl1pPr lvl="0" algn="ctr">
              <a:spcBef>
                <a:spcPts val="0"/>
              </a:spcBef>
              <a:spcAft>
                <a:spcPts val="0"/>
              </a:spcAft>
              <a:buSzPts val="4800"/>
              <a:buFont typeface="Verdana"/>
              <a:buNone/>
              <a:defRPr sz="4800">
                <a:latin typeface="Verdana"/>
                <a:ea typeface="Verdana"/>
                <a:cs typeface="Verdana"/>
                <a:sym typeface="Verdana"/>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userDrawn="1">
  <p:cSld name="TITLE_AND_TWO_COLUMNS">
    <p:spTree>
      <p:nvGrpSpPr>
        <p:cNvPr id="1" name="Shape 20"/>
        <p:cNvGrpSpPr/>
        <p:nvPr/>
      </p:nvGrpSpPr>
      <p:grpSpPr>
        <a:xfrm>
          <a:off x="0" y="0"/>
          <a:ext cx="0" cy="0"/>
          <a:chOff x="0" y="0"/>
          <a:chExt cx="0" cy="0"/>
        </a:xfrm>
      </p:grpSpPr>
      <p:cxnSp>
        <p:nvCxnSpPr>
          <p:cNvPr id="21" name="Google Shape;21;p4"/>
          <p:cNvCxnSpPr/>
          <p:nvPr/>
        </p:nvCxnSpPr>
        <p:spPr>
          <a:xfrm>
            <a:off x="492563" y="955484"/>
            <a:ext cx="424800" cy="0"/>
          </a:xfrm>
          <a:prstGeom prst="straightConnector1">
            <a:avLst/>
          </a:prstGeom>
          <a:noFill/>
          <a:ln w="38100" cap="flat" cmpd="sng">
            <a:solidFill>
              <a:srgbClr val="FDCB3B"/>
            </a:solidFill>
            <a:prstDash val="solid"/>
            <a:round/>
            <a:headEnd type="none" w="sm" len="sm"/>
            <a:tailEnd type="none" w="sm" len="sm"/>
          </a:ln>
        </p:spPr>
      </p:cxnSp>
      <p:sp>
        <p:nvSpPr>
          <p:cNvPr id="22" name="Google Shape;22;p4"/>
          <p:cNvSpPr txBox="1">
            <a:spLocks noGrp="1"/>
          </p:cNvSpPr>
          <p:nvPr>
            <p:ph type="title"/>
          </p:nvPr>
        </p:nvSpPr>
        <p:spPr>
          <a:xfrm>
            <a:off x="387900" y="1532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2400"/>
              <a:buFont typeface="Verdana"/>
              <a:buNone/>
              <a:defRPr sz="2400">
                <a:latin typeface="Verdana"/>
                <a:ea typeface="Verdana"/>
                <a:cs typeface="Verdana"/>
                <a:sym typeface="Verdana"/>
              </a:defRPr>
            </a:lvl1pPr>
            <a:lvl2pPr lvl="1">
              <a:spcBef>
                <a:spcPts val="0"/>
              </a:spcBef>
              <a:spcAft>
                <a:spcPts val="0"/>
              </a:spcAft>
              <a:buSzPts val="3000"/>
              <a:buFont typeface="Verdana"/>
              <a:buNone/>
              <a:defRPr>
                <a:latin typeface="Verdana"/>
                <a:ea typeface="Verdana"/>
                <a:cs typeface="Verdana"/>
                <a:sym typeface="Verdana"/>
              </a:defRPr>
            </a:lvl2pPr>
            <a:lvl3pPr lvl="2">
              <a:spcBef>
                <a:spcPts val="0"/>
              </a:spcBef>
              <a:spcAft>
                <a:spcPts val="0"/>
              </a:spcAft>
              <a:buSzPts val="3000"/>
              <a:buFont typeface="Verdana"/>
              <a:buNone/>
              <a:defRPr>
                <a:latin typeface="Verdana"/>
                <a:ea typeface="Verdana"/>
                <a:cs typeface="Verdana"/>
                <a:sym typeface="Verdana"/>
              </a:defRPr>
            </a:lvl3pPr>
            <a:lvl4pPr lvl="3">
              <a:spcBef>
                <a:spcPts val="0"/>
              </a:spcBef>
              <a:spcAft>
                <a:spcPts val="0"/>
              </a:spcAft>
              <a:buSzPts val="3000"/>
              <a:buFont typeface="Verdana"/>
              <a:buNone/>
              <a:defRPr>
                <a:latin typeface="Verdana"/>
                <a:ea typeface="Verdana"/>
                <a:cs typeface="Verdana"/>
                <a:sym typeface="Verdana"/>
              </a:defRPr>
            </a:lvl4pPr>
            <a:lvl5pPr lvl="4">
              <a:spcBef>
                <a:spcPts val="0"/>
              </a:spcBef>
              <a:spcAft>
                <a:spcPts val="0"/>
              </a:spcAft>
              <a:buSzPts val="3000"/>
              <a:buFont typeface="Verdana"/>
              <a:buNone/>
              <a:defRPr>
                <a:latin typeface="Verdana"/>
                <a:ea typeface="Verdana"/>
                <a:cs typeface="Verdana"/>
                <a:sym typeface="Verdana"/>
              </a:defRPr>
            </a:lvl5pPr>
            <a:lvl6pPr lvl="5">
              <a:spcBef>
                <a:spcPts val="0"/>
              </a:spcBef>
              <a:spcAft>
                <a:spcPts val="0"/>
              </a:spcAft>
              <a:buSzPts val="3000"/>
              <a:buFont typeface="Verdana"/>
              <a:buNone/>
              <a:defRPr>
                <a:latin typeface="Verdana"/>
                <a:ea typeface="Verdana"/>
                <a:cs typeface="Verdana"/>
                <a:sym typeface="Verdana"/>
              </a:defRPr>
            </a:lvl6pPr>
            <a:lvl7pPr lvl="6">
              <a:spcBef>
                <a:spcPts val="0"/>
              </a:spcBef>
              <a:spcAft>
                <a:spcPts val="0"/>
              </a:spcAft>
              <a:buSzPts val="3000"/>
              <a:buFont typeface="Verdana"/>
              <a:buNone/>
              <a:defRPr>
                <a:latin typeface="Verdana"/>
                <a:ea typeface="Verdana"/>
                <a:cs typeface="Verdana"/>
                <a:sym typeface="Verdana"/>
              </a:defRPr>
            </a:lvl7pPr>
            <a:lvl8pPr lvl="7">
              <a:spcBef>
                <a:spcPts val="0"/>
              </a:spcBef>
              <a:spcAft>
                <a:spcPts val="0"/>
              </a:spcAft>
              <a:buSzPts val="3000"/>
              <a:buFont typeface="Verdana"/>
              <a:buNone/>
              <a:defRPr>
                <a:latin typeface="Verdana"/>
                <a:ea typeface="Verdana"/>
                <a:cs typeface="Verdana"/>
                <a:sym typeface="Verdana"/>
              </a:defRPr>
            </a:lvl8pPr>
            <a:lvl9pPr lvl="8">
              <a:spcBef>
                <a:spcPts val="0"/>
              </a:spcBef>
              <a:spcAft>
                <a:spcPts val="0"/>
              </a:spcAft>
              <a:buSzPts val="3000"/>
              <a:buFont typeface="Verdana"/>
              <a:buNone/>
              <a:defRPr>
                <a:latin typeface="Verdana"/>
                <a:ea typeface="Verdana"/>
                <a:cs typeface="Verdana"/>
                <a:sym typeface="Verdana"/>
              </a:defRPr>
            </a:lvl9pPr>
          </a:lstStyle>
          <a:p>
            <a:endParaRPr/>
          </a:p>
        </p:txBody>
      </p:sp>
      <p:sp>
        <p:nvSpPr>
          <p:cNvPr id="23" name="Google Shape;23;p4"/>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Font typeface="Verdana"/>
              <a:buChar char="●"/>
              <a:defRPr sz="1400">
                <a:latin typeface="Verdana"/>
                <a:ea typeface="Verdana"/>
                <a:cs typeface="Verdana"/>
                <a:sym typeface="Verdana"/>
              </a:defRPr>
            </a:lvl1pPr>
            <a:lvl2pPr marL="914400" lvl="1" indent="-304800">
              <a:spcBef>
                <a:spcPts val="0"/>
              </a:spcBef>
              <a:spcAft>
                <a:spcPts val="0"/>
              </a:spcAft>
              <a:buSzPts val="1200"/>
              <a:buFont typeface="Verdana"/>
              <a:buChar char="○"/>
              <a:defRPr sz="1200">
                <a:latin typeface="Verdana"/>
                <a:ea typeface="Verdana"/>
                <a:cs typeface="Verdana"/>
                <a:sym typeface="Verdana"/>
              </a:defRPr>
            </a:lvl2pPr>
            <a:lvl3pPr marL="1371600" lvl="2" indent="-304800">
              <a:spcBef>
                <a:spcPts val="0"/>
              </a:spcBef>
              <a:spcAft>
                <a:spcPts val="0"/>
              </a:spcAft>
              <a:buSzPts val="1200"/>
              <a:buFont typeface="Verdana"/>
              <a:buChar char="■"/>
              <a:defRPr sz="1200">
                <a:latin typeface="Verdana"/>
                <a:ea typeface="Verdana"/>
                <a:cs typeface="Verdana"/>
                <a:sym typeface="Verdana"/>
              </a:defRPr>
            </a:lvl3pPr>
            <a:lvl4pPr marL="1828800" lvl="3" indent="-304800">
              <a:spcBef>
                <a:spcPts val="0"/>
              </a:spcBef>
              <a:spcAft>
                <a:spcPts val="0"/>
              </a:spcAft>
              <a:buSzPts val="1200"/>
              <a:buFont typeface="Verdana"/>
              <a:buChar char="●"/>
              <a:defRPr sz="1200">
                <a:latin typeface="Verdana"/>
                <a:ea typeface="Verdana"/>
                <a:cs typeface="Verdana"/>
                <a:sym typeface="Verdana"/>
              </a:defRPr>
            </a:lvl4pPr>
            <a:lvl5pPr marL="2286000" lvl="4" indent="-304800">
              <a:spcBef>
                <a:spcPts val="0"/>
              </a:spcBef>
              <a:spcAft>
                <a:spcPts val="0"/>
              </a:spcAft>
              <a:buSzPts val="1200"/>
              <a:buFont typeface="Verdana"/>
              <a:buChar char="○"/>
              <a:defRPr sz="1200">
                <a:latin typeface="Verdana"/>
                <a:ea typeface="Verdana"/>
                <a:cs typeface="Verdana"/>
                <a:sym typeface="Verdana"/>
              </a:defRPr>
            </a:lvl5pPr>
            <a:lvl6pPr marL="2743200" lvl="5" indent="-304800">
              <a:spcBef>
                <a:spcPts val="0"/>
              </a:spcBef>
              <a:spcAft>
                <a:spcPts val="0"/>
              </a:spcAft>
              <a:buSzPts val="1200"/>
              <a:buFont typeface="Verdana"/>
              <a:buChar char="■"/>
              <a:defRPr sz="1200">
                <a:latin typeface="Verdana"/>
                <a:ea typeface="Verdana"/>
                <a:cs typeface="Verdana"/>
                <a:sym typeface="Verdana"/>
              </a:defRPr>
            </a:lvl6pPr>
            <a:lvl7pPr marL="3200400" lvl="6" indent="-304800">
              <a:spcBef>
                <a:spcPts val="0"/>
              </a:spcBef>
              <a:spcAft>
                <a:spcPts val="0"/>
              </a:spcAft>
              <a:buSzPts val="1200"/>
              <a:buFont typeface="Verdana"/>
              <a:buChar char="●"/>
              <a:defRPr sz="1200">
                <a:latin typeface="Verdana"/>
                <a:ea typeface="Verdana"/>
                <a:cs typeface="Verdana"/>
                <a:sym typeface="Verdana"/>
              </a:defRPr>
            </a:lvl7pPr>
            <a:lvl8pPr marL="3657600" lvl="7" indent="-304800">
              <a:spcBef>
                <a:spcPts val="0"/>
              </a:spcBef>
              <a:spcAft>
                <a:spcPts val="0"/>
              </a:spcAft>
              <a:buSzPts val="1200"/>
              <a:buFont typeface="Verdana"/>
              <a:buChar char="○"/>
              <a:defRPr sz="1200">
                <a:latin typeface="Verdana"/>
                <a:ea typeface="Verdana"/>
                <a:cs typeface="Verdana"/>
                <a:sym typeface="Verdana"/>
              </a:defRPr>
            </a:lvl8pPr>
            <a:lvl9pPr marL="4114800" lvl="8" indent="-304800">
              <a:spcBef>
                <a:spcPts val="0"/>
              </a:spcBef>
              <a:spcAft>
                <a:spcPts val="0"/>
              </a:spcAft>
              <a:buSzPts val="1200"/>
              <a:buFont typeface="Verdana"/>
              <a:buChar char="■"/>
              <a:defRPr sz="1200">
                <a:latin typeface="Verdana"/>
                <a:ea typeface="Verdana"/>
                <a:cs typeface="Verdana"/>
                <a:sym typeface="Verdana"/>
              </a:defRPr>
            </a:lvl9pPr>
          </a:lstStyle>
          <a:p>
            <a:endParaRPr/>
          </a:p>
        </p:txBody>
      </p:sp>
      <p:sp>
        <p:nvSpPr>
          <p:cNvPr id="24" name="Google Shape;24;p4"/>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Font typeface="Verdana"/>
              <a:buChar char="●"/>
              <a:defRPr sz="1400">
                <a:latin typeface="Verdana"/>
                <a:ea typeface="Verdana"/>
                <a:cs typeface="Verdana"/>
                <a:sym typeface="Verdana"/>
              </a:defRPr>
            </a:lvl1pPr>
            <a:lvl2pPr marL="914400" lvl="1" indent="-304800">
              <a:spcBef>
                <a:spcPts val="0"/>
              </a:spcBef>
              <a:spcAft>
                <a:spcPts val="0"/>
              </a:spcAft>
              <a:buSzPts val="1200"/>
              <a:buFont typeface="Verdana"/>
              <a:buChar char="○"/>
              <a:defRPr sz="1200">
                <a:latin typeface="Verdana"/>
                <a:ea typeface="Verdana"/>
                <a:cs typeface="Verdana"/>
                <a:sym typeface="Verdana"/>
              </a:defRPr>
            </a:lvl2pPr>
            <a:lvl3pPr marL="1371600" lvl="2" indent="-304800">
              <a:spcBef>
                <a:spcPts val="0"/>
              </a:spcBef>
              <a:spcAft>
                <a:spcPts val="0"/>
              </a:spcAft>
              <a:buSzPts val="1200"/>
              <a:buFont typeface="Verdana"/>
              <a:buChar char="■"/>
              <a:defRPr sz="1200">
                <a:latin typeface="Verdana"/>
                <a:ea typeface="Verdana"/>
                <a:cs typeface="Verdana"/>
                <a:sym typeface="Verdana"/>
              </a:defRPr>
            </a:lvl3pPr>
            <a:lvl4pPr marL="1828800" lvl="3" indent="-304800">
              <a:spcBef>
                <a:spcPts val="0"/>
              </a:spcBef>
              <a:spcAft>
                <a:spcPts val="0"/>
              </a:spcAft>
              <a:buSzPts val="1200"/>
              <a:buFont typeface="Verdana"/>
              <a:buChar char="●"/>
              <a:defRPr sz="1200">
                <a:latin typeface="Verdana"/>
                <a:ea typeface="Verdana"/>
                <a:cs typeface="Verdana"/>
                <a:sym typeface="Verdana"/>
              </a:defRPr>
            </a:lvl4pPr>
            <a:lvl5pPr marL="2286000" lvl="4" indent="-304800">
              <a:spcBef>
                <a:spcPts val="0"/>
              </a:spcBef>
              <a:spcAft>
                <a:spcPts val="0"/>
              </a:spcAft>
              <a:buSzPts val="1200"/>
              <a:buFont typeface="Verdana"/>
              <a:buChar char="○"/>
              <a:defRPr sz="1200">
                <a:latin typeface="Verdana"/>
                <a:ea typeface="Verdana"/>
                <a:cs typeface="Verdana"/>
                <a:sym typeface="Verdana"/>
              </a:defRPr>
            </a:lvl5pPr>
            <a:lvl6pPr marL="2743200" lvl="5" indent="-304800">
              <a:spcBef>
                <a:spcPts val="0"/>
              </a:spcBef>
              <a:spcAft>
                <a:spcPts val="0"/>
              </a:spcAft>
              <a:buSzPts val="1200"/>
              <a:buFont typeface="Verdana"/>
              <a:buChar char="■"/>
              <a:defRPr sz="1200">
                <a:latin typeface="Verdana"/>
                <a:ea typeface="Verdana"/>
                <a:cs typeface="Verdana"/>
                <a:sym typeface="Verdana"/>
              </a:defRPr>
            </a:lvl6pPr>
            <a:lvl7pPr marL="3200400" lvl="6" indent="-304800">
              <a:spcBef>
                <a:spcPts val="0"/>
              </a:spcBef>
              <a:spcAft>
                <a:spcPts val="0"/>
              </a:spcAft>
              <a:buSzPts val="1200"/>
              <a:buFont typeface="Verdana"/>
              <a:buChar char="●"/>
              <a:defRPr sz="1200">
                <a:latin typeface="Verdana"/>
                <a:ea typeface="Verdana"/>
                <a:cs typeface="Verdana"/>
                <a:sym typeface="Verdana"/>
              </a:defRPr>
            </a:lvl7pPr>
            <a:lvl8pPr marL="3657600" lvl="7" indent="-304800">
              <a:spcBef>
                <a:spcPts val="0"/>
              </a:spcBef>
              <a:spcAft>
                <a:spcPts val="0"/>
              </a:spcAft>
              <a:buSzPts val="1200"/>
              <a:buFont typeface="Verdana"/>
              <a:buChar char="○"/>
              <a:defRPr sz="1200">
                <a:latin typeface="Verdana"/>
                <a:ea typeface="Verdana"/>
                <a:cs typeface="Verdana"/>
                <a:sym typeface="Verdana"/>
              </a:defRPr>
            </a:lvl8pPr>
            <a:lvl9pPr marL="4114800" lvl="8" indent="-304800">
              <a:spcBef>
                <a:spcPts val="0"/>
              </a:spcBef>
              <a:spcAft>
                <a:spcPts val="0"/>
              </a:spcAft>
              <a:buSzPts val="1200"/>
              <a:buFont typeface="Verdana"/>
              <a:buChar char="■"/>
              <a:defRPr sz="1200">
                <a:latin typeface="Verdana"/>
                <a:ea typeface="Verdana"/>
                <a:cs typeface="Verdana"/>
                <a:sym typeface="Verdana"/>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Verdana"/>
                <a:ea typeface="Verdana"/>
                <a:cs typeface="Verdana"/>
                <a:sym typeface="Verdana"/>
              </a:defRPr>
            </a:lvl1pPr>
            <a:lvl2pPr lvl="1">
              <a:buNone/>
              <a:defRPr>
                <a:latin typeface="Verdana"/>
                <a:ea typeface="Verdana"/>
                <a:cs typeface="Verdana"/>
                <a:sym typeface="Verdana"/>
              </a:defRPr>
            </a:lvl2pPr>
            <a:lvl3pPr lvl="2">
              <a:buNone/>
              <a:defRPr>
                <a:latin typeface="Verdana"/>
                <a:ea typeface="Verdana"/>
                <a:cs typeface="Verdana"/>
                <a:sym typeface="Verdana"/>
              </a:defRPr>
            </a:lvl3pPr>
            <a:lvl4pPr lvl="3">
              <a:buNone/>
              <a:defRPr>
                <a:latin typeface="Verdana"/>
                <a:ea typeface="Verdana"/>
                <a:cs typeface="Verdana"/>
                <a:sym typeface="Verdana"/>
              </a:defRPr>
            </a:lvl4pPr>
            <a:lvl5pPr lvl="4">
              <a:buNone/>
              <a:defRPr>
                <a:latin typeface="Verdana"/>
                <a:ea typeface="Verdana"/>
                <a:cs typeface="Verdana"/>
                <a:sym typeface="Verdana"/>
              </a:defRPr>
            </a:lvl5pPr>
            <a:lvl6pPr lvl="5">
              <a:buNone/>
              <a:defRPr>
                <a:latin typeface="Verdana"/>
                <a:ea typeface="Verdana"/>
                <a:cs typeface="Verdana"/>
                <a:sym typeface="Verdana"/>
              </a:defRPr>
            </a:lvl6pPr>
            <a:lvl7pPr lvl="6">
              <a:buNone/>
              <a:defRPr>
                <a:latin typeface="Verdana"/>
                <a:ea typeface="Verdana"/>
                <a:cs typeface="Verdana"/>
                <a:sym typeface="Verdana"/>
              </a:defRPr>
            </a:lvl7pPr>
            <a:lvl8pPr lvl="7">
              <a:buNone/>
              <a:defRPr>
                <a:latin typeface="Verdana"/>
                <a:ea typeface="Verdana"/>
                <a:cs typeface="Verdana"/>
                <a:sym typeface="Verdana"/>
              </a:defRPr>
            </a:lvl8pPr>
            <a:lvl9pPr lvl="8">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
        <p:nvSpPr>
          <p:cNvPr id="26" name="Google Shape;26;p4"/>
          <p:cNvSpPr txBox="1">
            <a:spLocks noGrp="1"/>
          </p:cNvSpPr>
          <p:nvPr>
            <p:ph type="body" idx="3"/>
          </p:nvPr>
        </p:nvSpPr>
        <p:spPr>
          <a:xfrm>
            <a:off x="4756200" y="3775825"/>
            <a:ext cx="3999900" cy="342600"/>
          </a:xfrm>
          <a:prstGeom prst="rect">
            <a:avLst/>
          </a:prstGeom>
        </p:spPr>
        <p:txBody>
          <a:bodyPr spcFirstLastPara="1" wrap="square" lIns="91425" tIns="91425" rIns="91425" bIns="91425" anchor="t" anchorCtr="0">
            <a:normAutofit/>
          </a:bodyPr>
          <a:lstStyle>
            <a:lvl1pPr marL="457200" lvl="0" indent="-298450" algn="r" rtl="0">
              <a:spcBef>
                <a:spcPts val="0"/>
              </a:spcBef>
              <a:spcAft>
                <a:spcPts val="0"/>
              </a:spcAft>
              <a:buSzPts val="1100"/>
              <a:buFont typeface="Verdana"/>
              <a:buChar char="●"/>
              <a:defRPr sz="1100">
                <a:latin typeface="Verdana"/>
                <a:ea typeface="Verdana"/>
                <a:cs typeface="Verdana"/>
                <a:sym typeface="Verdana"/>
              </a:defRPr>
            </a:lvl1pPr>
            <a:lvl2pPr marL="914400" lvl="1" indent="-279400" algn="r" rtl="0">
              <a:spcBef>
                <a:spcPts val="0"/>
              </a:spcBef>
              <a:spcAft>
                <a:spcPts val="0"/>
              </a:spcAft>
              <a:buSzPts val="800"/>
              <a:buFont typeface="Verdana"/>
              <a:buChar char="○"/>
              <a:defRPr sz="800">
                <a:latin typeface="Verdana"/>
                <a:ea typeface="Verdana"/>
                <a:cs typeface="Verdana"/>
                <a:sym typeface="Verdana"/>
              </a:defRPr>
            </a:lvl2pPr>
            <a:lvl3pPr marL="1371600" lvl="2" indent="-279400" algn="r" rtl="0">
              <a:spcBef>
                <a:spcPts val="0"/>
              </a:spcBef>
              <a:spcAft>
                <a:spcPts val="0"/>
              </a:spcAft>
              <a:buSzPts val="800"/>
              <a:buFont typeface="Verdana"/>
              <a:buChar char="■"/>
              <a:defRPr sz="800">
                <a:latin typeface="Verdana"/>
                <a:ea typeface="Verdana"/>
                <a:cs typeface="Verdana"/>
                <a:sym typeface="Verdana"/>
              </a:defRPr>
            </a:lvl3pPr>
            <a:lvl4pPr marL="1828800" lvl="3" indent="-279400" algn="r" rtl="0">
              <a:spcBef>
                <a:spcPts val="0"/>
              </a:spcBef>
              <a:spcAft>
                <a:spcPts val="0"/>
              </a:spcAft>
              <a:buSzPts val="800"/>
              <a:buFont typeface="Verdana"/>
              <a:buChar char="●"/>
              <a:defRPr sz="800">
                <a:latin typeface="Verdana"/>
                <a:ea typeface="Verdana"/>
                <a:cs typeface="Verdana"/>
                <a:sym typeface="Verdana"/>
              </a:defRPr>
            </a:lvl4pPr>
            <a:lvl5pPr marL="2286000" lvl="4" indent="-279400" algn="r" rtl="0">
              <a:spcBef>
                <a:spcPts val="0"/>
              </a:spcBef>
              <a:spcAft>
                <a:spcPts val="0"/>
              </a:spcAft>
              <a:buSzPts val="800"/>
              <a:buFont typeface="Verdana"/>
              <a:buChar char="○"/>
              <a:defRPr sz="800">
                <a:latin typeface="Verdana"/>
                <a:ea typeface="Verdana"/>
                <a:cs typeface="Verdana"/>
                <a:sym typeface="Verdana"/>
              </a:defRPr>
            </a:lvl5pPr>
            <a:lvl6pPr marL="2743200" lvl="5" indent="-279400" algn="r" rtl="0">
              <a:spcBef>
                <a:spcPts val="0"/>
              </a:spcBef>
              <a:spcAft>
                <a:spcPts val="0"/>
              </a:spcAft>
              <a:buSzPts val="800"/>
              <a:buFont typeface="Verdana"/>
              <a:buChar char="■"/>
              <a:defRPr sz="800">
                <a:latin typeface="Verdana"/>
                <a:ea typeface="Verdana"/>
                <a:cs typeface="Verdana"/>
                <a:sym typeface="Verdana"/>
              </a:defRPr>
            </a:lvl6pPr>
            <a:lvl7pPr marL="3200400" lvl="6" indent="-279400" algn="r" rtl="0">
              <a:spcBef>
                <a:spcPts val="0"/>
              </a:spcBef>
              <a:spcAft>
                <a:spcPts val="0"/>
              </a:spcAft>
              <a:buSzPts val="800"/>
              <a:buFont typeface="Verdana"/>
              <a:buChar char="●"/>
              <a:defRPr sz="800">
                <a:latin typeface="Verdana"/>
                <a:ea typeface="Verdana"/>
                <a:cs typeface="Verdana"/>
                <a:sym typeface="Verdana"/>
              </a:defRPr>
            </a:lvl7pPr>
            <a:lvl8pPr marL="3657600" lvl="7" indent="-279400" algn="r" rtl="0">
              <a:spcBef>
                <a:spcPts val="0"/>
              </a:spcBef>
              <a:spcAft>
                <a:spcPts val="0"/>
              </a:spcAft>
              <a:buSzPts val="800"/>
              <a:buFont typeface="Verdana"/>
              <a:buChar char="○"/>
              <a:defRPr sz="800">
                <a:latin typeface="Verdana"/>
                <a:ea typeface="Verdana"/>
                <a:cs typeface="Verdana"/>
                <a:sym typeface="Verdana"/>
              </a:defRPr>
            </a:lvl8pPr>
            <a:lvl9pPr marL="4114800" lvl="8" indent="-279400" algn="r" rtl="0">
              <a:spcBef>
                <a:spcPts val="0"/>
              </a:spcBef>
              <a:spcAft>
                <a:spcPts val="0"/>
              </a:spcAft>
              <a:buSzPts val="800"/>
              <a:buFont typeface="Verdana"/>
              <a:buChar char="■"/>
              <a:defRPr sz="800">
                <a:latin typeface="Verdana"/>
                <a:ea typeface="Verdana"/>
                <a:cs typeface="Verdana"/>
                <a:sym typeface="Verdana"/>
              </a:defRPr>
            </a:lvl9pPr>
          </a:lstStyle>
          <a:p>
            <a:endParaRPr/>
          </a:p>
        </p:txBody>
      </p:sp>
      <p:sp>
        <p:nvSpPr>
          <p:cNvPr id="2" name="Google Shape;32;p5">
            <a:extLst>
              <a:ext uri="{FF2B5EF4-FFF2-40B4-BE49-F238E27FC236}">
                <a16:creationId xmlns:a16="http://schemas.microsoft.com/office/drawing/2014/main" id="{AABE2EBA-005E-0CE7-7FCD-7CFFF7D7E901}"/>
              </a:ext>
            </a:extLst>
          </p:cNvPr>
          <p:cNvSpPr txBox="1">
            <a:spLocks noGrp="1"/>
          </p:cNvSpPr>
          <p:nvPr>
            <p:ph type="subTitle" idx="13"/>
          </p:nvPr>
        </p:nvSpPr>
        <p:spPr>
          <a:xfrm>
            <a:off x="386975" y="10164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800"/>
              <a:buFont typeface="Verdana"/>
              <a:buNone/>
              <a:defRPr sz="1800">
                <a:latin typeface="Verdana"/>
                <a:ea typeface="Verdana"/>
                <a:cs typeface="Verdana"/>
                <a:sym typeface="Verdana"/>
              </a:defRPr>
            </a:lvl1pPr>
            <a:lvl2pPr lvl="1"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2pPr>
            <a:lvl3pPr lvl="2"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3pPr>
            <a:lvl4pPr lvl="3"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4pPr>
            <a:lvl5pPr lvl="4"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5pPr>
            <a:lvl6pPr lvl="5"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6pPr>
            <a:lvl7pPr lvl="6"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7pPr>
            <a:lvl8pPr lvl="7"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8pPr>
            <a:lvl9pPr lvl="8"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
        <p:cNvGrpSpPr/>
        <p:nvPr/>
      </p:nvGrpSpPr>
      <p:grpSpPr>
        <a:xfrm>
          <a:off x="0" y="0"/>
          <a:ext cx="0" cy="0"/>
          <a:chOff x="0" y="0"/>
          <a:chExt cx="0" cy="0"/>
        </a:xfrm>
      </p:grpSpPr>
      <p:cxnSp>
        <p:nvCxnSpPr>
          <p:cNvPr id="28" name="Google Shape;28;p5"/>
          <p:cNvCxnSpPr/>
          <p:nvPr/>
        </p:nvCxnSpPr>
        <p:spPr>
          <a:xfrm>
            <a:off x="492563" y="955484"/>
            <a:ext cx="424800" cy="0"/>
          </a:xfrm>
          <a:prstGeom prst="straightConnector1">
            <a:avLst/>
          </a:prstGeom>
          <a:noFill/>
          <a:ln w="38100" cap="flat" cmpd="sng">
            <a:solidFill>
              <a:srgbClr val="FDCB3B"/>
            </a:solidFill>
            <a:prstDash val="solid"/>
            <a:round/>
            <a:headEnd type="none" w="sm" len="sm"/>
            <a:tailEnd type="none" w="sm" len="sm"/>
          </a:ln>
        </p:spPr>
      </p:cxnSp>
      <p:sp>
        <p:nvSpPr>
          <p:cNvPr id="29" name="Google Shape;29;p5"/>
          <p:cNvSpPr txBox="1">
            <a:spLocks noGrp="1"/>
          </p:cNvSpPr>
          <p:nvPr>
            <p:ph type="title"/>
          </p:nvPr>
        </p:nvSpPr>
        <p:spPr>
          <a:xfrm>
            <a:off x="387900" y="153225"/>
            <a:ext cx="8368200" cy="6861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Font typeface="Verdana"/>
              <a:buNone/>
              <a:defRPr sz="2400">
                <a:latin typeface="Verdana"/>
                <a:ea typeface="Verdana"/>
                <a:cs typeface="Verdana"/>
                <a:sym typeface="Verdana"/>
              </a:defRPr>
            </a:lvl1pPr>
            <a:lvl2pPr lvl="1" rtl="0">
              <a:spcBef>
                <a:spcPts val="0"/>
              </a:spcBef>
              <a:spcAft>
                <a:spcPts val="0"/>
              </a:spcAft>
              <a:buSzPts val="3000"/>
              <a:buFont typeface="Verdana"/>
              <a:buNone/>
              <a:defRPr>
                <a:latin typeface="Verdana"/>
                <a:ea typeface="Verdana"/>
                <a:cs typeface="Verdana"/>
                <a:sym typeface="Verdana"/>
              </a:defRPr>
            </a:lvl2pPr>
            <a:lvl3pPr lvl="2" rtl="0">
              <a:spcBef>
                <a:spcPts val="0"/>
              </a:spcBef>
              <a:spcAft>
                <a:spcPts val="0"/>
              </a:spcAft>
              <a:buSzPts val="3000"/>
              <a:buFont typeface="Verdana"/>
              <a:buNone/>
              <a:defRPr>
                <a:latin typeface="Verdana"/>
                <a:ea typeface="Verdana"/>
                <a:cs typeface="Verdana"/>
                <a:sym typeface="Verdana"/>
              </a:defRPr>
            </a:lvl3pPr>
            <a:lvl4pPr lvl="3" rtl="0">
              <a:spcBef>
                <a:spcPts val="0"/>
              </a:spcBef>
              <a:spcAft>
                <a:spcPts val="0"/>
              </a:spcAft>
              <a:buSzPts val="3000"/>
              <a:buFont typeface="Verdana"/>
              <a:buNone/>
              <a:defRPr>
                <a:latin typeface="Verdana"/>
                <a:ea typeface="Verdana"/>
                <a:cs typeface="Verdana"/>
                <a:sym typeface="Verdana"/>
              </a:defRPr>
            </a:lvl4pPr>
            <a:lvl5pPr lvl="4" rtl="0">
              <a:spcBef>
                <a:spcPts val="0"/>
              </a:spcBef>
              <a:spcAft>
                <a:spcPts val="0"/>
              </a:spcAft>
              <a:buSzPts val="3000"/>
              <a:buFont typeface="Verdana"/>
              <a:buNone/>
              <a:defRPr>
                <a:latin typeface="Verdana"/>
                <a:ea typeface="Verdana"/>
                <a:cs typeface="Verdana"/>
                <a:sym typeface="Verdana"/>
              </a:defRPr>
            </a:lvl5pPr>
            <a:lvl6pPr lvl="5" rtl="0">
              <a:spcBef>
                <a:spcPts val="0"/>
              </a:spcBef>
              <a:spcAft>
                <a:spcPts val="0"/>
              </a:spcAft>
              <a:buSzPts val="3000"/>
              <a:buFont typeface="Verdana"/>
              <a:buNone/>
              <a:defRPr>
                <a:latin typeface="Verdana"/>
                <a:ea typeface="Verdana"/>
                <a:cs typeface="Verdana"/>
                <a:sym typeface="Verdana"/>
              </a:defRPr>
            </a:lvl6pPr>
            <a:lvl7pPr lvl="6" rtl="0">
              <a:spcBef>
                <a:spcPts val="0"/>
              </a:spcBef>
              <a:spcAft>
                <a:spcPts val="0"/>
              </a:spcAft>
              <a:buSzPts val="3000"/>
              <a:buFont typeface="Verdana"/>
              <a:buNone/>
              <a:defRPr>
                <a:latin typeface="Verdana"/>
                <a:ea typeface="Verdana"/>
                <a:cs typeface="Verdana"/>
                <a:sym typeface="Verdana"/>
              </a:defRPr>
            </a:lvl7pPr>
            <a:lvl8pPr lvl="7" rtl="0">
              <a:spcBef>
                <a:spcPts val="0"/>
              </a:spcBef>
              <a:spcAft>
                <a:spcPts val="0"/>
              </a:spcAft>
              <a:buSzPts val="3000"/>
              <a:buFont typeface="Verdana"/>
              <a:buNone/>
              <a:defRPr>
                <a:latin typeface="Verdana"/>
                <a:ea typeface="Verdana"/>
                <a:cs typeface="Verdana"/>
                <a:sym typeface="Verdana"/>
              </a:defRPr>
            </a:lvl8pPr>
            <a:lvl9pPr lvl="8" rtl="0">
              <a:spcBef>
                <a:spcPts val="0"/>
              </a:spcBef>
              <a:spcAft>
                <a:spcPts val="0"/>
              </a:spcAft>
              <a:buSzPts val="3000"/>
              <a:buFont typeface="Verdana"/>
              <a:buNone/>
              <a:defRPr>
                <a:latin typeface="Verdana"/>
                <a:ea typeface="Verdana"/>
                <a:cs typeface="Verdana"/>
                <a:sym typeface="Verdana"/>
              </a:defRPr>
            </a:lvl9pPr>
          </a:lstStyle>
          <a:p>
            <a:endParaRPr/>
          </a:p>
        </p:txBody>
      </p:sp>
      <p:sp>
        <p:nvSpPr>
          <p:cNvPr id="30" name="Google Shape;30;p5"/>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Font typeface="Verdana"/>
              <a:buChar char="●"/>
              <a:defRPr sz="1400">
                <a:latin typeface="Verdana"/>
                <a:ea typeface="Verdana"/>
                <a:cs typeface="Verdana"/>
                <a:sym typeface="Verdana"/>
              </a:defRPr>
            </a:lvl1pPr>
            <a:lvl2pPr marL="914400" lvl="1" indent="-317500" rtl="0">
              <a:spcBef>
                <a:spcPts val="0"/>
              </a:spcBef>
              <a:spcAft>
                <a:spcPts val="0"/>
              </a:spcAft>
              <a:buSzPts val="1400"/>
              <a:buFont typeface="Verdana"/>
              <a:buChar char="○"/>
              <a:defRPr>
                <a:latin typeface="Verdana"/>
                <a:ea typeface="Verdana"/>
                <a:cs typeface="Verdana"/>
                <a:sym typeface="Verdana"/>
              </a:defRPr>
            </a:lvl2pPr>
            <a:lvl3pPr marL="1371600" lvl="2" indent="-317500" rtl="0">
              <a:spcBef>
                <a:spcPts val="0"/>
              </a:spcBef>
              <a:spcAft>
                <a:spcPts val="0"/>
              </a:spcAft>
              <a:buSzPts val="1400"/>
              <a:buFont typeface="Verdana"/>
              <a:buChar char="■"/>
              <a:defRPr>
                <a:latin typeface="Verdana"/>
                <a:ea typeface="Verdana"/>
                <a:cs typeface="Verdana"/>
                <a:sym typeface="Verdana"/>
              </a:defRPr>
            </a:lvl3pPr>
            <a:lvl4pPr marL="1828800" lvl="3" indent="-317500" rtl="0">
              <a:spcBef>
                <a:spcPts val="0"/>
              </a:spcBef>
              <a:spcAft>
                <a:spcPts val="0"/>
              </a:spcAft>
              <a:buSzPts val="1400"/>
              <a:buFont typeface="Verdana"/>
              <a:buChar char="●"/>
              <a:defRPr>
                <a:latin typeface="Verdana"/>
                <a:ea typeface="Verdana"/>
                <a:cs typeface="Verdana"/>
                <a:sym typeface="Verdana"/>
              </a:defRPr>
            </a:lvl4pPr>
            <a:lvl5pPr marL="2286000" lvl="4" indent="-317500" rtl="0">
              <a:spcBef>
                <a:spcPts val="0"/>
              </a:spcBef>
              <a:spcAft>
                <a:spcPts val="0"/>
              </a:spcAft>
              <a:buSzPts val="1400"/>
              <a:buFont typeface="Verdana"/>
              <a:buChar char="○"/>
              <a:defRPr>
                <a:latin typeface="Verdana"/>
                <a:ea typeface="Verdana"/>
                <a:cs typeface="Verdana"/>
                <a:sym typeface="Verdana"/>
              </a:defRPr>
            </a:lvl5pPr>
            <a:lvl6pPr marL="2743200" lvl="5" indent="-317500" rtl="0">
              <a:spcBef>
                <a:spcPts val="0"/>
              </a:spcBef>
              <a:spcAft>
                <a:spcPts val="0"/>
              </a:spcAft>
              <a:buSzPts val="1400"/>
              <a:buFont typeface="Verdana"/>
              <a:buChar char="■"/>
              <a:defRPr>
                <a:latin typeface="Verdana"/>
                <a:ea typeface="Verdana"/>
                <a:cs typeface="Verdana"/>
                <a:sym typeface="Verdana"/>
              </a:defRPr>
            </a:lvl6pPr>
            <a:lvl7pPr marL="3200400" lvl="6" indent="-317500" rtl="0">
              <a:spcBef>
                <a:spcPts val="0"/>
              </a:spcBef>
              <a:spcAft>
                <a:spcPts val="0"/>
              </a:spcAft>
              <a:buSzPts val="1400"/>
              <a:buFont typeface="Verdana"/>
              <a:buChar char="●"/>
              <a:defRPr>
                <a:latin typeface="Verdana"/>
                <a:ea typeface="Verdana"/>
                <a:cs typeface="Verdana"/>
                <a:sym typeface="Verdana"/>
              </a:defRPr>
            </a:lvl7pPr>
            <a:lvl8pPr marL="3657600" lvl="7" indent="-317500" rtl="0">
              <a:spcBef>
                <a:spcPts val="0"/>
              </a:spcBef>
              <a:spcAft>
                <a:spcPts val="0"/>
              </a:spcAft>
              <a:buSzPts val="1400"/>
              <a:buFont typeface="Verdana"/>
              <a:buChar char="○"/>
              <a:defRPr>
                <a:latin typeface="Verdana"/>
                <a:ea typeface="Verdana"/>
                <a:cs typeface="Verdana"/>
                <a:sym typeface="Verdana"/>
              </a:defRPr>
            </a:lvl8pPr>
            <a:lvl9pPr marL="4114800" lvl="8" indent="-317500" rtl="0">
              <a:spcBef>
                <a:spcPts val="0"/>
              </a:spcBef>
              <a:spcAft>
                <a:spcPts val="0"/>
              </a:spcAft>
              <a:buSzPts val="1400"/>
              <a:buFont typeface="Verdana"/>
              <a:buChar char="■"/>
              <a:defRPr>
                <a:latin typeface="Verdana"/>
                <a:ea typeface="Verdana"/>
                <a:cs typeface="Verdana"/>
                <a:sym typeface="Verdana"/>
              </a:defRPr>
            </a:lvl9pPr>
          </a:lstStyle>
          <a:p>
            <a:endParaRPr dirty="0"/>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atin typeface="Verdana"/>
                <a:ea typeface="Verdana"/>
                <a:cs typeface="Verdana"/>
                <a:sym typeface="Verdana"/>
              </a:defRPr>
            </a:lvl1pPr>
            <a:lvl2pPr lvl="1" rtl="0">
              <a:buNone/>
              <a:defRPr>
                <a:latin typeface="Verdana"/>
                <a:ea typeface="Verdana"/>
                <a:cs typeface="Verdana"/>
                <a:sym typeface="Verdana"/>
              </a:defRPr>
            </a:lvl2pPr>
            <a:lvl3pPr lvl="2" rtl="0">
              <a:buNone/>
              <a:defRPr>
                <a:latin typeface="Verdana"/>
                <a:ea typeface="Verdana"/>
                <a:cs typeface="Verdana"/>
                <a:sym typeface="Verdana"/>
              </a:defRPr>
            </a:lvl3pPr>
            <a:lvl4pPr lvl="3" rtl="0">
              <a:buNone/>
              <a:defRPr>
                <a:latin typeface="Verdana"/>
                <a:ea typeface="Verdana"/>
                <a:cs typeface="Verdana"/>
                <a:sym typeface="Verdana"/>
              </a:defRPr>
            </a:lvl4pPr>
            <a:lvl5pPr lvl="4" rtl="0">
              <a:buNone/>
              <a:defRPr>
                <a:latin typeface="Verdana"/>
                <a:ea typeface="Verdana"/>
                <a:cs typeface="Verdana"/>
                <a:sym typeface="Verdana"/>
              </a:defRPr>
            </a:lvl5pPr>
            <a:lvl6pPr lvl="5" rtl="0">
              <a:buNone/>
              <a:defRPr>
                <a:latin typeface="Verdana"/>
                <a:ea typeface="Verdana"/>
                <a:cs typeface="Verdana"/>
                <a:sym typeface="Verdana"/>
              </a:defRPr>
            </a:lvl6pPr>
            <a:lvl7pPr lvl="6" rtl="0">
              <a:buNone/>
              <a:defRPr>
                <a:latin typeface="Verdana"/>
                <a:ea typeface="Verdana"/>
                <a:cs typeface="Verdana"/>
                <a:sym typeface="Verdana"/>
              </a:defRPr>
            </a:lvl7pPr>
            <a:lvl8pPr lvl="7" rtl="0">
              <a:buNone/>
              <a:defRPr>
                <a:latin typeface="Verdana"/>
                <a:ea typeface="Verdana"/>
                <a:cs typeface="Verdana"/>
                <a:sym typeface="Verdana"/>
              </a:defRPr>
            </a:lvl8pPr>
            <a:lvl9pPr lvl="8" rtl="0">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
        <p:nvSpPr>
          <p:cNvPr id="32" name="Google Shape;32;p5"/>
          <p:cNvSpPr txBox="1">
            <a:spLocks noGrp="1"/>
          </p:cNvSpPr>
          <p:nvPr>
            <p:ph type="subTitle" idx="2"/>
          </p:nvPr>
        </p:nvSpPr>
        <p:spPr>
          <a:xfrm>
            <a:off x="386975" y="10164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800"/>
              <a:buFont typeface="Verdana"/>
              <a:buNone/>
              <a:defRPr sz="1800">
                <a:latin typeface="Verdana"/>
                <a:ea typeface="Verdana"/>
                <a:cs typeface="Verdana"/>
                <a:sym typeface="Verdana"/>
              </a:defRPr>
            </a:lvl1pPr>
            <a:lvl2pPr lvl="1"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2pPr>
            <a:lvl3pPr lvl="2"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3pPr>
            <a:lvl4pPr lvl="3"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4pPr>
            <a:lvl5pPr lvl="4"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5pPr>
            <a:lvl6pPr lvl="5"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6pPr>
            <a:lvl7pPr lvl="6"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7pPr>
            <a:lvl8pPr lvl="7"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8pPr>
            <a:lvl9pPr lvl="8"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rmAutofit/>
          </a:bodyPr>
          <a:lstStyle>
            <a:lvl1pPr lvl="0">
              <a:spcBef>
                <a:spcPts val="0"/>
              </a:spcBef>
              <a:spcAft>
                <a:spcPts val="0"/>
              </a:spcAft>
              <a:buSzPts val="3000"/>
              <a:buFont typeface="Verdana"/>
              <a:buNone/>
              <a:defRPr>
                <a:latin typeface="Verdana"/>
                <a:ea typeface="Verdana"/>
                <a:cs typeface="Verdana"/>
                <a:sym typeface="Verdana"/>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cxnSp>
        <p:nvCxnSpPr>
          <p:cNvPr id="37" name="Google Shape;37;p7"/>
          <p:cNvCxnSpPr/>
          <p:nvPr/>
        </p:nvCxnSpPr>
        <p:spPr>
          <a:xfrm>
            <a:off x="489218" y="1412277"/>
            <a:ext cx="331500" cy="0"/>
          </a:xfrm>
          <a:prstGeom prst="straightConnector1">
            <a:avLst/>
          </a:prstGeom>
          <a:noFill/>
          <a:ln w="38100" cap="flat" cmpd="sng">
            <a:solidFill>
              <a:srgbClr val="FDCB3B"/>
            </a:solidFill>
            <a:prstDash val="solid"/>
            <a:round/>
            <a:headEnd type="none" w="sm" len="sm"/>
            <a:tailEnd type="none" w="sm" len="sm"/>
          </a:ln>
        </p:spPr>
      </p:cxnSp>
      <p:sp>
        <p:nvSpPr>
          <p:cNvPr id="38" name="Google Shape;38;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Font typeface="Verdana"/>
              <a:buNone/>
              <a:defRPr sz="2400">
                <a:latin typeface="Verdana"/>
                <a:ea typeface="Verdana"/>
                <a:cs typeface="Verdana"/>
                <a:sym typeface="Verdana"/>
              </a:defRPr>
            </a:lvl1pPr>
            <a:lvl2pPr lvl="1">
              <a:spcBef>
                <a:spcPts val="0"/>
              </a:spcBef>
              <a:spcAft>
                <a:spcPts val="0"/>
              </a:spcAft>
              <a:buSzPts val="2400"/>
              <a:buFont typeface="Verdana"/>
              <a:buNone/>
              <a:defRPr sz="2400">
                <a:latin typeface="Verdana"/>
                <a:ea typeface="Verdana"/>
                <a:cs typeface="Verdana"/>
                <a:sym typeface="Verdana"/>
              </a:defRPr>
            </a:lvl2pPr>
            <a:lvl3pPr lvl="2">
              <a:spcBef>
                <a:spcPts val="0"/>
              </a:spcBef>
              <a:spcAft>
                <a:spcPts val="0"/>
              </a:spcAft>
              <a:buSzPts val="2400"/>
              <a:buFont typeface="Verdana"/>
              <a:buNone/>
              <a:defRPr sz="2400">
                <a:latin typeface="Verdana"/>
                <a:ea typeface="Verdana"/>
                <a:cs typeface="Verdana"/>
                <a:sym typeface="Verdana"/>
              </a:defRPr>
            </a:lvl3pPr>
            <a:lvl4pPr lvl="3">
              <a:spcBef>
                <a:spcPts val="0"/>
              </a:spcBef>
              <a:spcAft>
                <a:spcPts val="0"/>
              </a:spcAft>
              <a:buSzPts val="2400"/>
              <a:buFont typeface="Verdana"/>
              <a:buNone/>
              <a:defRPr sz="2400">
                <a:latin typeface="Verdana"/>
                <a:ea typeface="Verdana"/>
                <a:cs typeface="Verdana"/>
                <a:sym typeface="Verdana"/>
              </a:defRPr>
            </a:lvl4pPr>
            <a:lvl5pPr lvl="4">
              <a:spcBef>
                <a:spcPts val="0"/>
              </a:spcBef>
              <a:spcAft>
                <a:spcPts val="0"/>
              </a:spcAft>
              <a:buSzPts val="2400"/>
              <a:buFont typeface="Verdana"/>
              <a:buNone/>
              <a:defRPr sz="2400">
                <a:latin typeface="Verdana"/>
                <a:ea typeface="Verdana"/>
                <a:cs typeface="Verdana"/>
                <a:sym typeface="Verdana"/>
              </a:defRPr>
            </a:lvl5pPr>
            <a:lvl6pPr lvl="5">
              <a:spcBef>
                <a:spcPts val="0"/>
              </a:spcBef>
              <a:spcAft>
                <a:spcPts val="0"/>
              </a:spcAft>
              <a:buSzPts val="2400"/>
              <a:buFont typeface="Verdana"/>
              <a:buNone/>
              <a:defRPr sz="2400">
                <a:latin typeface="Verdana"/>
                <a:ea typeface="Verdana"/>
                <a:cs typeface="Verdana"/>
                <a:sym typeface="Verdana"/>
              </a:defRPr>
            </a:lvl6pPr>
            <a:lvl7pPr lvl="6">
              <a:spcBef>
                <a:spcPts val="0"/>
              </a:spcBef>
              <a:spcAft>
                <a:spcPts val="0"/>
              </a:spcAft>
              <a:buSzPts val="2400"/>
              <a:buFont typeface="Verdana"/>
              <a:buNone/>
              <a:defRPr sz="2400">
                <a:latin typeface="Verdana"/>
                <a:ea typeface="Verdana"/>
                <a:cs typeface="Verdana"/>
                <a:sym typeface="Verdana"/>
              </a:defRPr>
            </a:lvl7pPr>
            <a:lvl8pPr lvl="7">
              <a:spcBef>
                <a:spcPts val="0"/>
              </a:spcBef>
              <a:spcAft>
                <a:spcPts val="0"/>
              </a:spcAft>
              <a:buSzPts val="2400"/>
              <a:buFont typeface="Verdana"/>
              <a:buNone/>
              <a:defRPr sz="2400">
                <a:latin typeface="Verdana"/>
                <a:ea typeface="Verdana"/>
                <a:cs typeface="Verdana"/>
                <a:sym typeface="Verdana"/>
              </a:defRPr>
            </a:lvl8pPr>
            <a:lvl9pPr lvl="8">
              <a:spcBef>
                <a:spcPts val="0"/>
              </a:spcBef>
              <a:spcAft>
                <a:spcPts val="0"/>
              </a:spcAft>
              <a:buSzPts val="2400"/>
              <a:buFont typeface="Verdana"/>
              <a:buNone/>
              <a:defRPr sz="2400">
                <a:latin typeface="Verdana"/>
                <a:ea typeface="Verdana"/>
                <a:cs typeface="Verdana"/>
                <a:sym typeface="Verdana"/>
              </a:defRPr>
            </a:lvl9pPr>
          </a:lstStyle>
          <a:p>
            <a:endParaRPr/>
          </a:p>
        </p:txBody>
      </p:sp>
      <p:sp>
        <p:nvSpPr>
          <p:cNvPr id="39" name="Google Shape;39;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Verdana"/>
              <a:buChar char="●"/>
              <a:defRPr sz="1200">
                <a:latin typeface="Verdana"/>
                <a:ea typeface="Verdana"/>
                <a:cs typeface="Verdana"/>
                <a:sym typeface="Verdana"/>
              </a:defRPr>
            </a:lvl1pPr>
            <a:lvl2pPr marL="914400" lvl="1" indent="-304800">
              <a:spcBef>
                <a:spcPts val="0"/>
              </a:spcBef>
              <a:spcAft>
                <a:spcPts val="0"/>
              </a:spcAft>
              <a:buSzPts val="1200"/>
              <a:buFont typeface="Verdana"/>
              <a:buChar char="○"/>
              <a:defRPr sz="1200">
                <a:latin typeface="Verdana"/>
                <a:ea typeface="Verdana"/>
                <a:cs typeface="Verdana"/>
                <a:sym typeface="Verdana"/>
              </a:defRPr>
            </a:lvl2pPr>
            <a:lvl3pPr marL="1371600" lvl="2" indent="-304800">
              <a:spcBef>
                <a:spcPts val="0"/>
              </a:spcBef>
              <a:spcAft>
                <a:spcPts val="0"/>
              </a:spcAft>
              <a:buSzPts val="1200"/>
              <a:buFont typeface="Verdana"/>
              <a:buChar char="■"/>
              <a:defRPr sz="1200">
                <a:latin typeface="Verdana"/>
                <a:ea typeface="Verdana"/>
                <a:cs typeface="Verdana"/>
                <a:sym typeface="Verdana"/>
              </a:defRPr>
            </a:lvl3pPr>
            <a:lvl4pPr marL="1828800" lvl="3" indent="-304800">
              <a:spcBef>
                <a:spcPts val="0"/>
              </a:spcBef>
              <a:spcAft>
                <a:spcPts val="0"/>
              </a:spcAft>
              <a:buSzPts val="1200"/>
              <a:buFont typeface="Verdana"/>
              <a:buChar char="●"/>
              <a:defRPr sz="1200">
                <a:latin typeface="Verdana"/>
                <a:ea typeface="Verdana"/>
                <a:cs typeface="Verdana"/>
                <a:sym typeface="Verdana"/>
              </a:defRPr>
            </a:lvl4pPr>
            <a:lvl5pPr marL="2286000" lvl="4" indent="-304800">
              <a:spcBef>
                <a:spcPts val="0"/>
              </a:spcBef>
              <a:spcAft>
                <a:spcPts val="0"/>
              </a:spcAft>
              <a:buSzPts val="1200"/>
              <a:buFont typeface="Verdana"/>
              <a:buChar char="○"/>
              <a:defRPr sz="1200">
                <a:latin typeface="Verdana"/>
                <a:ea typeface="Verdana"/>
                <a:cs typeface="Verdana"/>
                <a:sym typeface="Verdana"/>
              </a:defRPr>
            </a:lvl5pPr>
            <a:lvl6pPr marL="2743200" lvl="5" indent="-304800">
              <a:spcBef>
                <a:spcPts val="0"/>
              </a:spcBef>
              <a:spcAft>
                <a:spcPts val="0"/>
              </a:spcAft>
              <a:buSzPts val="1200"/>
              <a:buFont typeface="Verdana"/>
              <a:buChar char="■"/>
              <a:defRPr sz="1200">
                <a:latin typeface="Verdana"/>
                <a:ea typeface="Verdana"/>
                <a:cs typeface="Verdana"/>
                <a:sym typeface="Verdana"/>
              </a:defRPr>
            </a:lvl6pPr>
            <a:lvl7pPr marL="3200400" lvl="6" indent="-304800">
              <a:spcBef>
                <a:spcPts val="0"/>
              </a:spcBef>
              <a:spcAft>
                <a:spcPts val="0"/>
              </a:spcAft>
              <a:buSzPts val="1200"/>
              <a:buFont typeface="Verdana"/>
              <a:buChar char="●"/>
              <a:defRPr sz="1200">
                <a:latin typeface="Verdana"/>
                <a:ea typeface="Verdana"/>
                <a:cs typeface="Verdana"/>
                <a:sym typeface="Verdana"/>
              </a:defRPr>
            </a:lvl7pPr>
            <a:lvl8pPr marL="3657600" lvl="7" indent="-304800">
              <a:spcBef>
                <a:spcPts val="0"/>
              </a:spcBef>
              <a:spcAft>
                <a:spcPts val="0"/>
              </a:spcAft>
              <a:buSzPts val="1200"/>
              <a:buFont typeface="Verdana"/>
              <a:buChar char="○"/>
              <a:defRPr sz="1200">
                <a:latin typeface="Verdana"/>
                <a:ea typeface="Verdana"/>
                <a:cs typeface="Verdana"/>
                <a:sym typeface="Verdana"/>
              </a:defRPr>
            </a:lvl8pPr>
            <a:lvl9pPr marL="4114800" lvl="8" indent="-304800">
              <a:spcBef>
                <a:spcPts val="0"/>
              </a:spcBef>
              <a:spcAft>
                <a:spcPts val="0"/>
              </a:spcAft>
              <a:buSzPts val="1200"/>
              <a:buFont typeface="Verdana"/>
              <a:buChar char="■"/>
              <a:defRPr sz="1200">
                <a:latin typeface="Verdana"/>
                <a:ea typeface="Verdana"/>
                <a:cs typeface="Verdana"/>
                <a:sym typeface="Verdana"/>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Verdana"/>
                <a:ea typeface="Verdana"/>
                <a:cs typeface="Verdana"/>
                <a:sym typeface="Verdana"/>
              </a:defRPr>
            </a:lvl1pPr>
            <a:lvl2pPr lvl="1">
              <a:buNone/>
              <a:defRPr>
                <a:latin typeface="Verdana"/>
                <a:ea typeface="Verdana"/>
                <a:cs typeface="Verdana"/>
                <a:sym typeface="Verdana"/>
              </a:defRPr>
            </a:lvl2pPr>
            <a:lvl3pPr lvl="2">
              <a:buNone/>
              <a:defRPr>
                <a:latin typeface="Verdana"/>
                <a:ea typeface="Verdana"/>
                <a:cs typeface="Verdana"/>
                <a:sym typeface="Verdana"/>
              </a:defRPr>
            </a:lvl3pPr>
            <a:lvl4pPr lvl="3">
              <a:buNone/>
              <a:defRPr>
                <a:latin typeface="Verdana"/>
                <a:ea typeface="Verdana"/>
                <a:cs typeface="Verdana"/>
                <a:sym typeface="Verdana"/>
              </a:defRPr>
            </a:lvl4pPr>
            <a:lvl5pPr lvl="4">
              <a:buNone/>
              <a:defRPr>
                <a:latin typeface="Verdana"/>
                <a:ea typeface="Verdana"/>
                <a:cs typeface="Verdana"/>
                <a:sym typeface="Verdana"/>
              </a:defRPr>
            </a:lvl5pPr>
            <a:lvl6pPr lvl="5">
              <a:buNone/>
              <a:defRPr>
                <a:latin typeface="Verdana"/>
                <a:ea typeface="Verdana"/>
                <a:cs typeface="Verdana"/>
                <a:sym typeface="Verdana"/>
              </a:defRPr>
            </a:lvl6pPr>
            <a:lvl7pPr lvl="6">
              <a:buNone/>
              <a:defRPr>
                <a:latin typeface="Verdana"/>
                <a:ea typeface="Verdana"/>
                <a:cs typeface="Verdana"/>
                <a:sym typeface="Verdana"/>
              </a:defRPr>
            </a:lvl7pPr>
            <a:lvl8pPr lvl="7">
              <a:buNone/>
              <a:defRPr>
                <a:latin typeface="Verdana"/>
                <a:ea typeface="Verdana"/>
                <a:cs typeface="Verdana"/>
                <a:sym typeface="Verdana"/>
              </a:defRPr>
            </a:lvl8pPr>
            <a:lvl9pPr lvl="8">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Font typeface="Verdana"/>
              <a:buNone/>
              <a:defRPr sz="4800">
                <a:latin typeface="Verdana"/>
                <a:ea typeface="Verdana"/>
                <a:cs typeface="Verdana"/>
                <a:sym typeface="Verdan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4572000" y="-75"/>
            <a:ext cx="4572000" cy="514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 name="Google Shape;46;p9"/>
          <p:cNvCxnSpPr/>
          <p:nvPr/>
        </p:nvCxnSpPr>
        <p:spPr>
          <a:xfrm>
            <a:off x="5029675" y="4495503"/>
            <a:ext cx="540900" cy="0"/>
          </a:xfrm>
          <a:prstGeom prst="straightConnector1">
            <a:avLst/>
          </a:prstGeom>
          <a:noFill/>
          <a:ln w="38100" cap="flat" cmpd="sng">
            <a:solidFill>
              <a:srgbClr val="FDCB3B"/>
            </a:solidFill>
            <a:prstDash val="solid"/>
            <a:round/>
            <a:headEnd type="none" w="sm" len="sm"/>
            <a:tailEnd type="none" w="sm" len="sm"/>
          </a:ln>
        </p:spPr>
      </p:cxnSp>
      <p:sp>
        <p:nvSpPr>
          <p:cNvPr id="47" name="Google Shape;47;p9"/>
          <p:cNvSpPr txBox="1">
            <a:spLocks noGrp="1"/>
          </p:cNvSpPr>
          <p:nvPr>
            <p:ph type="subTitle" idx="1"/>
          </p:nvPr>
        </p:nvSpPr>
        <p:spPr>
          <a:xfrm>
            <a:off x="386975" y="1016400"/>
            <a:ext cx="8368200" cy="842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800"/>
              <a:buFont typeface="Verdana"/>
              <a:buNone/>
              <a:defRPr sz="1800">
                <a:latin typeface="Verdana"/>
                <a:ea typeface="Verdana"/>
                <a:cs typeface="Verdana"/>
                <a:sym typeface="Verdana"/>
              </a:defRPr>
            </a:lvl1pPr>
            <a:lvl2pPr lvl="1"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2pPr>
            <a:lvl3pPr lvl="2"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3pPr>
            <a:lvl4pPr lvl="3"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4pPr>
            <a:lvl5pPr lvl="4"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5pPr>
            <a:lvl6pPr lvl="5"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6pPr>
            <a:lvl7pPr lvl="6"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7pPr>
            <a:lvl8pPr lvl="7"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8pPr>
            <a:lvl9pPr lvl="8" algn="ctr">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Verdana"/>
                <a:ea typeface="Verdana"/>
                <a:cs typeface="Verdana"/>
                <a:sym typeface="Verdana"/>
              </a:defRPr>
            </a:lvl1pPr>
            <a:lvl2pPr lvl="1">
              <a:buNone/>
              <a:defRPr>
                <a:latin typeface="Verdana"/>
                <a:ea typeface="Verdana"/>
                <a:cs typeface="Verdana"/>
                <a:sym typeface="Verdana"/>
              </a:defRPr>
            </a:lvl2pPr>
            <a:lvl3pPr lvl="2">
              <a:buNone/>
              <a:defRPr>
                <a:latin typeface="Verdana"/>
                <a:ea typeface="Verdana"/>
                <a:cs typeface="Verdana"/>
                <a:sym typeface="Verdana"/>
              </a:defRPr>
            </a:lvl3pPr>
            <a:lvl4pPr lvl="3">
              <a:buNone/>
              <a:defRPr>
                <a:latin typeface="Verdana"/>
                <a:ea typeface="Verdana"/>
                <a:cs typeface="Verdana"/>
                <a:sym typeface="Verdana"/>
              </a:defRPr>
            </a:lvl4pPr>
            <a:lvl5pPr lvl="4">
              <a:buNone/>
              <a:defRPr>
                <a:latin typeface="Verdana"/>
                <a:ea typeface="Verdana"/>
                <a:cs typeface="Verdana"/>
                <a:sym typeface="Verdana"/>
              </a:defRPr>
            </a:lvl5pPr>
            <a:lvl6pPr lvl="5">
              <a:buNone/>
              <a:defRPr>
                <a:latin typeface="Verdana"/>
                <a:ea typeface="Verdana"/>
                <a:cs typeface="Verdana"/>
                <a:sym typeface="Verdana"/>
              </a:defRPr>
            </a:lvl6pPr>
            <a:lvl7pPr lvl="6">
              <a:buNone/>
              <a:defRPr>
                <a:latin typeface="Verdana"/>
                <a:ea typeface="Verdana"/>
                <a:cs typeface="Verdana"/>
                <a:sym typeface="Verdana"/>
              </a:defRPr>
            </a:lvl7pPr>
            <a:lvl8pPr lvl="7">
              <a:buNone/>
              <a:defRPr>
                <a:latin typeface="Verdana"/>
                <a:ea typeface="Verdana"/>
                <a:cs typeface="Verdana"/>
                <a:sym typeface="Verdana"/>
              </a:defRPr>
            </a:lvl8pPr>
            <a:lvl9pPr lvl="8">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cxnSp>
        <p:nvCxnSpPr>
          <p:cNvPr id="49" name="Google Shape;49;p9"/>
          <p:cNvCxnSpPr/>
          <p:nvPr/>
        </p:nvCxnSpPr>
        <p:spPr>
          <a:xfrm>
            <a:off x="492563" y="955484"/>
            <a:ext cx="424800" cy="0"/>
          </a:xfrm>
          <a:prstGeom prst="straightConnector1">
            <a:avLst/>
          </a:prstGeom>
          <a:noFill/>
          <a:ln w="38100" cap="flat" cmpd="sng">
            <a:solidFill>
              <a:srgbClr val="FDCB3B"/>
            </a:solidFill>
            <a:prstDash val="solid"/>
            <a:round/>
            <a:headEnd type="none" w="sm" len="sm"/>
            <a:tailEnd type="none" w="sm" len="sm"/>
          </a:ln>
        </p:spPr>
      </p:cxnSp>
      <p:sp>
        <p:nvSpPr>
          <p:cNvPr id="50" name="Google Shape;50;p9"/>
          <p:cNvSpPr txBox="1">
            <a:spLocks noGrp="1"/>
          </p:cNvSpPr>
          <p:nvPr>
            <p:ph type="title"/>
          </p:nvPr>
        </p:nvSpPr>
        <p:spPr>
          <a:xfrm>
            <a:off x="387900" y="153225"/>
            <a:ext cx="8368200" cy="6861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Font typeface="Verdana"/>
              <a:buNone/>
              <a:defRPr sz="2400" b="1">
                <a:latin typeface="Verdana"/>
                <a:ea typeface="Verdana"/>
                <a:cs typeface="Verdana"/>
                <a:sym typeface="Verdana"/>
              </a:defRPr>
            </a:lvl1pPr>
            <a:lvl2pPr lvl="1" rtl="0">
              <a:spcBef>
                <a:spcPts val="0"/>
              </a:spcBef>
              <a:spcAft>
                <a:spcPts val="0"/>
              </a:spcAft>
              <a:buSzPts val="3000"/>
              <a:buFont typeface="Verdana"/>
              <a:buNone/>
              <a:defRPr>
                <a:latin typeface="Verdana"/>
                <a:ea typeface="Verdana"/>
                <a:cs typeface="Verdana"/>
                <a:sym typeface="Verdana"/>
              </a:defRPr>
            </a:lvl2pPr>
            <a:lvl3pPr lvl="2" rtl="0">
              <a:spcBef>
                <a:spcPts val="0"/>
              </a:spcBef>
              <a:spcAft>
                <a:spcPts val="0"/>
              </a:spcAft>
              <a:buSzPts val="3000"/>
              <a:buFont typeface="Verdana"/>
              <a:buNone/>
              <a:defRPr>
                <a:latin typeface="Verdana"/>
                <a:ea typeface="Verdana"/>
                <a:cs typeface="Verdana"/>
                <a:sym typeface="Verdana"/>
              </a:defRPr>
            </a:lvl3pPr>
            <a:lvl4pPr lvl="3" rtl="0">
              <a:spcBef>
                <a:spcPts val="0"/>
              </a:spcBef>
              <a:spcAft>
                <a:spcPts val="0"/>
              </a:spcAft>
              <a:buSzPts val="3000"/>
              <a:buFont typeface="Verdana"/>
              <a:buNone/>
              <a:defRPr>
                <a:latin typeface="Verdana"/>
                <a:ea typeface="Verdana"/>
                <a:cs typeface="Verdana"/>
                <a:sym typeface="Verdana"/>
              </a:defRPr>
            </a:lvl4pPr>
            <a:lvl5pPr lvl="4" rtl="0">
              <a:spcBef>
                <a:spcPts val="0"/>
              </a:spcBef>
              <a:spcAft>
                <a:spcPts val="0"/>
              </a:spcAft>
              <a:buSzPts val="3000"/>
              <a:buFont typeface="Verdana"/>
              <a:buNone/>
              <a:defRPr>
                <a:latin typeface="Verdana"/>
                <a:ea typeface="Verdana"/>
                <a:cs typeface="Verdana"/>
                <a:sym typeface="Verdana"/>
              </a:defRPr>
            </a:lvl5pPr>
            <a:lvl6pPr lvl="5" rtl="0">
              <a:spcBef>
                <a:spcPts val="0"/>
              </a:spcBef>
              <a:spcAft>
                <a:spcPts val="0"/>
              </a:spcAft>
              <a:buSzPts val="3000"/>
              <a:buFont typeface="Verdana"/>
              <a:buNone/>
              <a:defRPr>
                <a:latin typeface="Verdana"/>
                <a:ea typeface="Verdana"/>
                <a:cs typeface="Verdana"/>
                <a:sym typeface="Verdana"/>
              </a:defRPr>
            </a:lvl6pPr>
            <a:lvl7pPr lvl="6" rtl="0">
              <a:spcBef>
                <a:spcPts val="0"/>
              </a:spcBef>
              <a:spcAft>
                <a:spcPts val="0"/>
              </a:spcAft>
              <a:buSzPts val="3000"/>
              <a:buFont typeface="Verdana"/>
              <a:buNone/>
              <a:defRPr>
                <a:latin typeface="Verdana"/>
                <a:ea typeface="Verdana"/>
                <a:cs typeface="Verdana"/>
                <a:sym typeface="Verdana"/>
              </a:defRPr>
            </a:lvl7pPr>
            <a:lvl8pPr lvl="7" rtl="0">
              <a:spcBef>
                <a:spcPts val="0"/>
              </a:spcBef>
              <a:spcAft>
                <a:spcPts val="0"/>
              </a:spcAft>
              <a:buSzPts val="3000"/>
              <a:buFont typeface="Verdana"/>
              <a:buNone/>
              <a:defRPr>
                <a:latin typeface="Verdana"/>
                <a:ea typeface="Verdana"/>
                <a:cs typeface="Verdana"/>
                <a:sym typeface="Verdana"/>
              </a:defRPr>
            </a:lvl8pPr>
            <a:lvl9pPr lvl="8" rtl="0">
              <a:spcBef>
                <a:spcPts val="0"/>
              </a:spcBef>
              <a:spcAft>
                <a:spcPts val="0"/>
              </a:spcAft>
              <a:buSzPts val="3000"/>
              <a:buFont typeface="Verdana"/>
              <a:buNone/>
              <a:defRPr>
                <a:latin typeface="Verdana"/>
                <a:ea typeface="Verdana"/>
                <a:cs typeface="Verdana"/>
                <a:sym typeface="Verdana"/>
              </a:defRPr>
            </a:lvl9pPr>
          </a:lstStyle>
          <a:p>
            <a:endParaRPr/>
          </a:p>
        </p:txBody>
      </p:sp>
      <p:sp>
        <p:nvSpPr>
          <p:cNvPr id="51" name="Google Shape;51;p9"/>
          <p:cNvSpPr txBox="1">
            <a:spLocks noGrp="1"/>
          </p:cNvSpPr>
          <p:nvPr>
            <p:ph type="body" idx="2"/>
          </p:nvPr>
        </p:nvSpPr>
        <p:spPr>
          <a:xfrm>
            <a:off x="387900" y="1790875"/>
            <a:ext cx="3999900" cy="26253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Font typeface="Verdana"/>
              <a:buChar char="●"/>
              <a:defRPr sz="1400">
                <a:latin typeface="Verdana"/>
                <a:ea typeface="Verdana"/>
                <a:cs typeface="Verdana"/>
                <a:sym typeface="Verdana"/>
              </a:defRPr>
            </a:lvl1pPr>
            <a:lvl2pPr marL="914400" lvl="1" indent="-304800" rtl="0">
              <a:spcBef>
                <a:spcPts val="0"/>
              </a:spcBef>
              <a:spcAft>
                <a:spcPts val="0"/>
              </a:spcAft>
              <a:buSzPts val="1200"/>
              <a:buFont typeface="Verdana"/>
              <a:buChar char="○"/>
              <a:defRPr sz="1200">
                <a:latin typeface="Verdana"/>
                <a:ea typeface="Verdana"/>
                <a:cs typeface="Verdana"/>
                <a:sym typeface="Verdana"/>
              </a:defRPr>
            </a:lvl2pPr>
            <a:lvl3pPr marL="1371600" lvl="2" indent="-304800" rtl="0">
              <a:spcBef>
                <a:spcPts val="0"/>
              </a:spcBef>
              <a:spcAft>
                <a:spcPts val="0"/>
              </a:spcAft>
              <a:buSzPts val="1200"/>
              <a:buFont typeface="Verdana"/>
              <a:buChar char="■"/>
              <a:defRPr sz="1200">
                <a:latin typeface="Verdana"/>
                <a:ea typeface="Verdana"/>
                <a:cs typeface="Verdana"/>
                <a:sym typeface="Verdana"/>
              </a:defRPr>
            </a:lvl3pPr>
            <a:lvl4pPr marL="1828800" lvl="3" indent="-304800" rtl="0">
              <a:spcBef>
                <a:spcPts val="0"/>
              </a:spcBef>
              <a:spcAft>
                <a:spcPts val="0"/>
              </a:spcAft>
              <a:buSzPts val="1200"/>
              <a:buFont typeface="Verdana"/>
              <a:buChar char="●"/>
              <a:defRPr sz="1200">
                <a:latin typeface="Verdana"/>
                <a:ea typeface="Verdana"/>
                <a:cs typeface="Verdana"/>
                <a:sym typeface="Verdana"/>
              </a:defRPr>
            </a:lvl4pPr>
            <a:lvl5pPr marL="2286000" lvl="4" indent="-304800" rtl="0">
              <a:spcBef>
                <a:spcPts val="0"/>
              </a:spcBef>
              <a:spcAft>
                <a:spcPts val="0"/>
              </a:spcAft>
              <a:buSzPts val="1200"/>
              <a:buFont typeface="Verdana"/>
              <a:buChar char="○"/>
              <a:defRPr sz="1200">
                <a:latin typeface="Verdana"/>
                <a:ea typeface="Verdana"/>
                <a:cs typeface="Verdana"/>
                <a:sym typeface="Verdana"/>
              </a:defRPr>
            </a:lvl5pPr>
            <a:lvl6pPr marL="2743200" lvl="5" indent="-304800" rtl="0">
              <a:spcBef>
                <a:spcPts val="0"/>
              </a:spcBef>
              <a:spcAft>
                <a:spcPts val="0"/>
              </a:spcAft>
              <a:buSzPts val="1200"/>
              <a:buFont typeface="Verdana"/>
              <a:buChar char="■"/>
              <a:defRPr sz="1200">
                <a:latin typeface="Verdana"/>
                <a:ea typeface="Verdana"/>
                <a:cs typeface="Verdana"/>
                <a:sym typeface="Verdana"/>
              </a:defRPr>
            </a:lvl6pPr>
            <a:lvl7pPr marL="3200400" lvl="6" indent="-304800" rtl="0">
              <a:spcBef>
                <a:spcPts val="0"/>
              </a:spcBef>
              <a:spcAft>
                <a:spcPts val="0"/>
              </a:spcAft>
              <a:buSzPts val="1200"/>
              <a:buFont typeface="Verdana"/>
              <a:buChar char="●"/>
              <a:defRPr sz="1200">
                <a:latin typeface="Verdana"/>
                <a:ea typeface="Verdana"/>
                <a:cs typeface="Verdana"/>
                <a:sym typeface="Verdana"/>
              </a:defRPr>
            </a:lvl7pPr>
            <a:lvl8pPr marL="3657600" lvl="7" indent="-304800" rtl="0">
              <a:spcBef>
                <a:spcPts val="0"/>
              </a:spcBef>
              <a:spcAft>
                <a:spcPts val="0"/>
              </a:spcAft>
              <a:buSzPts val="1200"/>
              <a:buFont typeface="Verdana"/>
              <a:buChar char="○"/>
              <a:defRPr sz="1200">
                <a:latin typeface="Verdana"/>
                <a:ea typeface="Verdana"/>
                <a:cs typeface="Verdana"/>
                <a:sym typeface="Verdana"/>
              </a:defRPr>
            </a:lvl8pPr>
            <a:lvl9pPr marL="4114800" lvl="8" indent="-304800" rtl="0">
              <a:spcBef>
                <a:spcPts val="0"/>
              </a:spcBef>
              <a:spcAft>
                <a:spcPts val="0"/>
              </a:spcAft>
              <a:buSzPts val="1200"/>
              <a:buFont typeface="Verdana"/>
              <a:buChar char="■"/>
              <a:defRPr sz="1200">
                <a:latin typeface="Verdana"/>
                <a:ea typeface="Verdana"/>
                <a:cs typeface="Verdana"/>
                <a:sym typeface="Verdana"/>
              </a:defRPr>
            </a:lvl9pPr>
          </a:lstStyle>
          <a:p>
            <a:endParaRPr/>
          </a:p>
        </p:txBody>
      </p:sp>
      <p:sp>
        <p:nvSpPr>
          <p:cNvPr id="52" name="Google Shape;52;p9"/>
          <p:cNvSpPr txBox="1">
            <a:spLocks noGrp="1"/>
          </p:cNvSpPr>
          <p:nvPr>
            <p:ph type="body" idx="3"/>
          </p:nvPr>
        </p:nvSpPr>
        <p:spPr>
          <a:xfrm>
            <a:off x="4756200" y="1794625"/>
            <a:ext cx="3999900" cy="30789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Font typeface="Verdana"/>
              <a:buChar char="●"/>
              <a:defRPr sz="1400">
                <a:latin typeface="Verdana"/>
                <a:ea typeface="Verdana"/>
                <a:cs typeface="Verdana"/>
                <a:sym typeface="Verdana"/>
              </a:defRPr>
            </a:lvl1pPr>
            <a:lvl2pPr marL="914400" lvl="1" indent="-304800" rtl="0">
              <a:spcBef>
                <a:spcPts val="0"/>
              </a:spcBef>
              <a:spcAft>
                <a:spcPts val="0"/>
              </a:spcAft>
              <a:buSzPts val="1200"/>
              <a:buFont typeface="Verdana"/>
              <a:buChar char="○"/>
              <a:defRPr sz="1200">
                <a:latin typeface="Verdana"/>
                <a:ea typeface="Verdana"/>
                <a:cs typeface="Verdana"/>
                <a:sym typeface="Verdana"/>
              </a:defRPr>
            </a:lvl2pPr>
            <a:lvl3pPr marL="1371600" lvl="2" indent="-304800" rtl="0">
              <a:spcBef>
                <a:spcPts val="0"/>
              </a:spcBef>
              <a:spcAft>
                <a:spcPts val="0"/>
              </a:spcAft>
              <a:buSzPts val="1200"/>
              <a:buFont typeface="Verdana"/>
              <a:buChar char="■"/>
              <a:defRPr sz="1200">
                <a:latin typeface="Verdana"/>
                <a:ea typeface="Verdana"/>
                <a:cs typeface="Verdana"/>
                <a:sym typeface="Verdana"/>
              </a:defRPr>
            </a:lvl3pPr>
            <a:lvl4pPr marL="1828800" lvl="3" indent="-304800" rtl="0">
              <a:spcBef>
                <a:spcPts val="0"/>
              </a:spcBef>
              <a:spcAft>
                <a:spcPts val="0"/>
              </a:spcAft>
              <a:buSzPts val="1200"/>
              <a:buFont typeface="Verdana"/>
              <a:buChar char="●"/>
              <a:defRPr sz="1200">
                <a:latin typeface="Verdana"/>
                <a:ea typeface="Verdana"/>
                <a:cs typeface="Verdana"/>
                <a:sym typeface="Verdana"/>
              </a:defRPr>
            </a:lvl4pPr>
            <a:lvl5pPr marL="2286000" lvl="4" indent="-304800" rtl="0">
              <a:spcBef>
                <a:spcPts val="0"/>
              </a:spcBef>
              <a:spcAft>
                <a:spcPts val="0"/>
              </a:spcAft>
              <a:buSzPts val="1200"/>
              <a:buFont typeface="Verdana"/>
              <a:buChar char="○"/>
              <a:defRPr sz="1200">
                <a:latin typeface="Verdana"/>
                <a:ea typeface="Verdana"/>
                <a:cs typeface="Verdana"/>
                <a:sym typeface="Verdana"/>
              </a:defRPr>
            </a:lvl5pPr>
            <a:lvl6pPr marL="2743200" lvl="5" indent="-304800" rtl="0">
              <a:spcBef>
                <a:spcPts val="0"/>
              </a:spcBef>
              <a:spcAft>
                <a:spcPts val="0"/>
              </a:spcAft>
              <a:buSzPts val="1200"/>
              <a:buFont typeface="Verdana"/>
              <a:buChar char="■"/>
              <a:defRPr sz="1200">
                <a:latin typeface="Verdana"/>
                <a:ea typeface="Verdana"/>
                <a:cs typeface="Verdana"/>
                <a:sym typeface="Verdana"/>
              </a:defRPr>
            </a:lvl6pPr>
            <a:lvl7pPr marL="3200400" lvl="6" indent="-304800" rtl="0">
              <a:spcBef>
                <a:spcPts val="0"/>
              </a:spcBef>
              <a:spcAft>
                <a:spcPts val="0"/>
              </a:spcAft>
              <a:buSzPts val="1200"/>
              <a:buFont typeface="Verdana"/>
              <a:buChar char="●"/>
              <a:defRPr sz="1200">
                <a:latin typeface="Verdana"/>
                <a:ea typeface="Verdana"/>
                <a:cs typeface="Verdana"/>
                <a:sym typeface="Verdana"/>
              </a:defRPr>
            </a:lvl7pPr>
            <a:lvl8pPr marL="3657600" lvl="7" indent="-304800" rtl="0">
              <a:spcBef>
                <a:spcPts val="0"/>
              </a:spcBef>
              <a:spcAft>
                <a:spcPts val="0"/>
              </a:spcAft>
              <a:buSzPts val="1200"/>
              <a:buFont typeface="Verdana"/>
              <a:buChar char="○"/>
              <a:defRPr sz="1200">
                <a:latin typeface="Verdana"/>
                <a:ea typeface="Verdana"/>
                <a:cs typeface="Verdana"/>
                <a:sym typeface="Verdana"/>
              </a:defRPr>
            </a:lvl8pPr>
            <a:lvl9pPr marL="4114800" lvl="8" indent="-304800" rtl="0">
              <a:spcBef>
                <a:spcPts val="0"/>
              </a:spcBef>
              <a:spcAft>
                <a:spcPts val="0"/>
              </a:spcAft>
              <a:buSzPts val="1200"/>
              <a:buFont typeface="Verdana"/>
              <a:buChar char="■"/>
              <a:defRPr sz="1200">
                <a:latin typeface="Verdana"/>
                <a:ea typeface="Verdana"/>
                <a:cs typeface="Verdana"/>
                <a:sym typeface="Verdana"/>
              </a:defRPr>
            </a:lvl9pPr>
          </a:lstStyle>
          <a:p>
            <a:endParaRPr/>
          </a:p>
        </p:txBody>
      </p:sp>
      <p:sp>
        <p:nvSpPr>
          <p:cNvPr id="53" name="Google Shape;53;p9"/>
          <p:cNvSpPr txBox="1">
            <a:spLocks noGrp="1"/>
          </p:cNvSpPr>
          <p:nvPr>
            <p:ph type="body" idx="4"/>
          </p:nvPr>
        </p:nvSpPr>
        <p:spPr>
          <a:xfrm>
            <a:off x="4756200" y="4080625"/>
            <a:ext cx="3999900" cy="342600"/>
          </a:xfrm>
          <a:prstGeom prst="rect">
            <a:avLst/>
          </a:prstGeom>
        </p:spPr>
        <p:txBody>
          <a:bodyPr spcFirstLastPara="1" wrap="square" lIns="91425" tIns="91425" rIns="91425" bIns="91425" anchor="t" anchorCtr="0">
            <a:normAutofit/>
          </a:bodyPr>
          <a:lstStyle>
            <a:lvl1pPr marL="457200" lvl="0" indent="-298450" algn="r" rtl="0">
              <a:spcBef>
                <a:spcPts val="0"/>
              </a:spcBef>
              <a:spcAft>
                <a:spcPts val="0"/>
              </a:spcAft>
              <a:buSzPts val="1100"/>
              <a:buFont typeface="Verdana"/>
              <a:buChar char="●"/>
              <a:defRPr sz="1100">
                <a:latin typeface="Verdana"/>
                <a:ea typeface="Verdana"/>
                <a:cs typeface="Verdana"/>
                <a:sym typeface="Verdana"/>
              </a:defRPr>
            </a:lvl1pPr>
            <a:lvl2pPr marL="914400" lvl="1" indent="-279400" algn="r" rtl="0">
              <a:spcBef>
                <a:spcPts val="0"/>
              </a:spcBef>
              <a:spcAft>
                <a:spcPts val="0"/>
              </a:spcAft>
              <a:buSzPts val="800"/>
              <a:buFont typeface="Verdana"/>
              <a:buChar char="○"/>
              <a:defRPr sz="800">
                <a:latin typeface="Verdana"/>
                <a:ea typeface="Verdana"/>
                <a:cs typeface="Verdana"/>
                <a:sym typeface="Verdana"/>
              </a:defRPr>
            </a:lvl2pPr>
            <a:lvl3pPr marL="1371600" lvl="2" indent="-279400" algn="r" rtl="0">
              <a:spcBef>
                <a:spcPts val="0"/>
              </a:spcBef>
              <a:spcAft>
                <a:spcPts val="0"/>
              </a:spcAft>
              <a:buSzPts val="800"/>
              <a:buFont typeface="Verdana"/>
              <a:buChar char="■"/>
              <a:defRPr sz="800">
                <a:latin typeface="Verdana"/>
                <a:ea typeface="Verdana"/>
                <a:cs typeface="Verdana"/>
                <a:sym typeface="Verdana"/>
              </a:defRPr>
            </a:lvl3pPr>
            <a:lvl4pPr marL="1828800" lvl="3" indent="-279400" algn="r" rtl="0">
              <a:spcBef>
                <a:spcPts val="0"/>
              </a:spcBef>
              <a:spcAft>
                <a:spcPts val="0"/>
              </a:spcAft>
              <a:buSzPts val="800"/>
              <a:buFont typeface="Verdana"/>
              <a:buChar char="●"/>
              <a:defRPr sz="800">
                <a:latin typeface="Verdana"/>
                <a:ea typeface="Verdana"/>
                <a:cs typeface="Verdana"/>
                <a:sym typeface="Verdana"/>
              </a:defRPr>
            </a:lvl4pPr>
            <a:lvl5pPr marL="2286000" lvl="4" indent="-279400" algn="r" rtl="0">
              <a:spcBef>
                <a:spcPts val="0"/>
              </a:spcBef>
              <a:spcAft>
                <a:spcPts val="0"/>
              </a:spcAft>
              <a:buSzPts val="800"/>
              <a:buFont typeface="Verdana"/>
              <a:buChar char="○"/>
              <a:defRPr sz="800">
                <a:latin typeface="Verdana"/>
                <a:ea typeface="Verdana"/>
                <a:cs typeface="Verdana"/>
                <a:sym typeface="Verdana"/>
              </a:defRPr>
            </a:lvl5pPr>
            <a:lvl6pPr marL="2743200" lvl="5" indent="-279400" algn="r" rtl="0">
              <a:spcBef>
                <a:spcPts val="0"/>
              </a:spcBef>
              <a:spcAft>
                <a:spcPts val="0"/>
              </a:spcAft>
              <a:buSzPts val="800"/>
              <a:buFont typeface="Verdana"/>
              <a:buChar char="■"/>
              <a:defRPr sz="800">
                <a:latin typeface="Verdana"/>
                <a:ea typeface="Verdana"/>
                <a:cs typeface="Verdana"/>
                <a:sym typeface="Verdana"/>
              </a:defRPr>
            </a:lvl6pPr>
            <a:lvl7pPr marL="3200400" lvl="6" indent="-279400" algn="r" rtl="0">
              <a:spcBef>
                <a:spcPts val="0"/>
              </a:spcBef>
              <a:spcAft>
                <a:spcPts val="0"/>
              </a:spcAft>
              <a:buSzPts val="800"/>
              <a:buFont typeface="Verdana"/>
              <a:buChar char="●"/>
              <a:defRPr sz="800">
                <a:latin typeface="Verdana"/>
                <a:ea typeface="Verdana"/>
                <a:cs typeface="Verdana"/>
                <a:sym typeface="Verdana"/>
              </a:defRPr>
            </a:lvl7pPr>
            <a:lvl8pPr marL="3657600" lvl="7" indent="-279400" algn="r" rtl="0">
              <a:spcBef>
                <a:spcPts val="0"/>
              </a:spcBef>
              <a:spcAft>
                <a:spcPts val="0"/>
              </a:spcAft>
              <a:buSzPts val="800"/>
              <a:buFont typeface="Verdana"/>
              <a:buChar char="○"/>
              <a:defRPr sz="800">
                <a:latin typeface="Verdana"/>
                <a:ea typeface="Verdana"/>
                <a:cs typeface="Verdana"/>
                <a:sym typeface="Verdana"/>
              </a:defRPr>
            </a:lvl8pPr>
            <a:lvl9pPr marL="4114800" lvl="8" indent="-279400" algn="r" rtl="0">
              <a:spcBef>
                <a:spcPts val="0"/>
              </a:spcBef>
              <a:spcAft>
                <a:spcPts val="0"/>
              </a:spcAft>
              <a:buSzPts val="800"/>
              <a:buFont typeface="Verdana"/>
              <a:buChar char="■"/>
              <a:defRPr sz="800">
                <a:latin typeface="Verdana"/>
                <a:ea typeface="Verdana"/>
                <a:cs typeface="Verdana"/>
                <a:sym typeface="Verdana"/>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Font typeface="Verdana"/>
              <a:buNone/>
              <a:defRPr>
                <a:latin typeface="Verdana"/>
                <a:ea typeface="Verdana"/>
                <a:cs typeface="Verdana"/>
                <a:sym typeface="Verdana"/>
              </a:defRPr>
            </a:lvl1pPr>
          </a:lstStyle>
          <a:p>
            <a:endParaRPr/>
          </a:p>
        </p:txBody>
      </p:sp>
      <p:sp>
        <p:nvSpPr>
          <p:cNvPr id="56" name="Google Shape;56;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Verdana"/>
                <a:ea typeface="Verdana"/>
                <a:cs typeface="Verdana"/>
                <a:sym typeface="Verdana"/>
              </a:defRPr>
            </a:lvl1pPr>
            <a:lvl2pPr lvl="1">
              <a:buNone/>
              <a:defRPr>
                <a:latin typeface="Verdana"/>
                <a:ea typeface="Verdana"/>
                <a:cs typeface="Verdana"/>
                <a:sym typeface="Verdana"/>
              </a:defRPr>
            </a:lvl2pPr>
            <a:lvl3pPr lvl="2">
              <a:buNone/>
              <a:defRPr>
                <a:latin typeface="Verdana"/>
                <a:ea typeface="Verdana"/>
                <a:cs typeface="Verdana"/>
                <a:sym typeface="Verdana"/>
              </a:defRPr>
            </a:lvl3pPr>
            <a:lvl4pPr lvl="3">
              <a:buNone/>
              <a:defRPr>
                <a:latin typeface="Verdana"/>
                <a:ea typeface="Verdana"/>
                <a:cs typeface="Verdana"/>
                <a:sym typeface="Verdana"/>
              </a:defRPr>
            </a:lvl4pPr>
            <a:lvl5pPr lvl="4">
              <a:buNone/>
              <a:defRPr>
                <a:latin typeface="Verdana"/>
                <a:ea typeface="Verdana"/>
                <a:cs typeface="Verdana"/>
                <a:sym typeface="Verdana"/>
              </a:defRPr>
            </a:lvl5pPr>
            <a:lvl6pPr lvl="5">
              <a:buNone/>
              <a:defRPr>
                <a:latin typeface="Verdana"/>
                <a:ea typeface="Verdana"/>
                <a:cs typeface="Verdana"/>
                <a:sym typeface="Verdana"/>
              </a:defRPr>
            </a:lvl6pPr>
            <a:lvl7pPr lvl="6">
              <a:buNone/>
              <a:defRPr>
                <a:latin typeface="Verdana"/>
                <a:ea typeface="Verdana"/>
                <a:cs typeface="Verdana"/>
                <a:sym typeface="Verdana"/>
              </a:defRPr>
            </a:lvl7pPr>
            <a:lvl8pPr lvl="7">
              <a:buNone/>
              <a:defRPr>
                <a:latin typeface="Verdana"/>
                <a:ea typeface="Verdana"/>
                <a:cs typeface="Verdana"/>
                <a:sym typeface="Verdana"/>
              </a:defRPr>
            </a:lvl8pPr>
            <a:lvl9pPr lvl="8">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9" name="Google Shape;59;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8000"/>
              <a:buFont typeface="Verdana"/>
              <a:buNone/>
              <a:defRPr sz="8000">
                <a:latin typeface="Verdana"/>
                <a:ea typeface="Verdana"/>
                <a:cs typeface="Verdana"/>
                <a:sym typeface="Verdana"/>
              </a:defRPr>
            </a:lvl1pPr>
            <a:lvl2pPr lvl="1"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2pPr>
            <a:lvl3pPr lvl="2"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3pPr>
            <a:lvl4pPr lvl="3"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4pPr>
            <a:lvl5pPr lvl="4"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5pPr>
            <a:lvl6pPr lvl="5"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6pPr>
            <a:lvl7pPr lvl="6"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7pPr>
            <a:lvl8pPr lvl="7"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8pPr>
            <a:lvl9pPr lvl="8" algn="ctr">
              <a:spcBef>
                <a:spcPts val="0"/>
              </a:spcBef>
              <a:spcAft>
                <a:spcPts val="0"/>
              </a:spcAft>
              <a:buClr>
                <a:schemeClr val="accent5"/>
              </a:buClr>
              <a:buSzPts val="13000"/>
              <a:buFont typeface="Verdana"/>
              <a:buNone/>
              <a:defRPr sz="13000">
                <a:solidFill>
                  <a:schemeClr val="accent5"/>
                </a:solidFill>
                <a:latin typeface="Verdana"/>
                <a:ea typeface="Verdana"/>
                <a:cs typeface="Verdana"/>
                <a:sym typeface="Verdana"/>
              </a:defRPr>
            </a:lvl9pPr>
          </a:lstStyle>
          <a:p>
            <a:r>
              <a:t>xx%</a:t>
            </a:r>
          </a:p>
        </p:txBody>
      </p:sp>
      <p:sp>
        <p:nvSpPr>
          <p:cNvPr id="60" name="Google Shape;60;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Font typeface="Verdana"/>
              <a:buChar char="●"/>
              <a:defRPr>
                <a:latin typeface="Verdana"/>
                <a:ea typeface="Verdana"/>
                <a:cs typeface="Verdana"/>
                <a:sym typeface="Verdana"/>
              </a:defRPr>
            </a:lvl1pPr>
            <a:lvl2pPr marL="914400" lvl="1" indent="-317500" algn="ctr">
              <a:spcBef>
                <a:spcPts val="0"/>
              </a:spcBef>
              <a:spcAft>
                <a:spcPts val="0"/>
              </a:spcAft>
              <a:buSzPts val="1400"/>
              <a:buFont typeface="Verdana"/>
              <a:buChar char="○"/>
              <a:defRPr>
                <a:latin typeface="Verdana"/>
                <a:ea typeface="Verdana"/>
                <a:cs typeface="Verdana"/>
                <a:sym typeface="Verdana"/>
              </a:defRPr>
            </a:lvl2pPr>
            <a:lvl3pPr marL="1371600" lvl="2" indent="-317500" algn="ctr">
              <a:spcBef>
                <a:spcPts val="0"/>
              </a:spcBef>
              <a:spcAft>
                <a:spcPts val="0"/>
              </a:spcAft>
              <a:buSzPts val="1400"/>
              <a:buFont typeface="Verdana"/>
              <a:buChar char="■"/>
              <a:defRPr>
                <a:latin typeface="Verdana"/>
                <a:ea typeface="Verdana"/>
                <a:cs typeface="Verdana"/>
                <a:sym typeface="Verdana"/>
              </a:defRPr>
            </a:lvl3pPr>
            <a:lvl4pPr marL="1828800" lvl="3" indent="-317500" algn="ctr">
              <a:spcBef>
                <a:spcPts val="0"/>
              </a:spcBef>
              <a:spcAft>
                <a:spcPts val="0"/>
              </a:spcAft>
              <a:buSzPts val="1400"/>
              <a:buFont typeface="Verdana"/>
              <a:buChar char="●"/>
              <a:defRPr>
                <a:latin typeface="Verdana"/>
                <a:ea typeface="Verdana"/>
                <a:cs typeface="Verdana"/>
                <a:sym typeface="Verdana"/>
              </a:defRPr>
            </a:lvl4pPr>
            <a:lvl5pPr marL="2286000" lvl="4" indent="-317500" algn="ctr">
              <a:spcBef>
                <a:spcPts val="0"/>
              </a:spcBef>
              <a:spcAft>
                <a:spcPts val="0"/>
              </a:spcAft>
              <a:buSzPts val="1400"/>
              <a:buFont typeface="Verdana"/>
              <a:buChar char="○"/>
              <a:defRPr>
                <a:latin typeface="Verdana"/>
                <a:ea typeface="Verdana"/>
                <a:cs typeface="Verdana"/>
                <a:sym typeface="Verdana"/>
              </a:defRPr>
            </a:lvl5pPr>
            <a:lvl6pPr marL="2743200" lvl="5" indent="-317500" algn="ctr">
              <a:spcBef>
                <a:spcPts val="0"/>
              </a:spcBef>
              <a:spcAft>
                <a:spcPts val="0"/>
              </a:spcAft>
              <a:buSzPts val="1400"/>
              <a:buFont typeface="Verdana"/>
              <a:buChar char="■"/>
              <a:defRPr>
                <a:latin typeface="Verdana"/>
                <a:ea typeface="Verdana"/>
                <a:cs typeface="Verdana"/>
                <a:sym typeface="Verdana"/>
              </a:defRPr>
            </a:lvl6pPr>
            <a:lvl7pPr marL="3200400" lvl="6" indent="-317500" algn="ctr">
              <a:spcBef>
                <a:spcPts val="0"/>
              </a:spcBef>
              <a:spcAft>
                <a:spcPts val="0"/>
              </a:spcAft>
              <a:buSzPts val="1400"/>
              <a:buFont typeface="Verdana"/>
              <a:buChar char="●"/>
              <a:defRPr>
                <a:latin typeface="Verdana"/>
                <a:ea typeface="Verdana"/>
                <a:cs typeface="Verdana"/>
                <a:sym typeface="Verdana"/>
              </a:defRPr>
            </a:lvl7pPr>
            <a:lvl8pPr marL="3657600" lvl="7" indent="-317500" algn="ctr">
              <a:spcBef>
                <a:spcPts val="0"/>
              </a:spcBef>
              <a:spcAft>
                <a:spcPts val="0"/>
              </a:spcAft>
              <a:buSzPts val="1400"/>
              <a:buFont typeface="Verdana"/>
              <a:buChar char="○"/>
              <a:defRPr>
                <a:latin typeface="Verdana"/>
                <a:ea typeface="Verdana"/>
                <a:cs typeface="Verdana"/>
                <a:sym typeface="Verdana"/>
              </a:defRPr>
            </a:lvl8pPr>
            <a:lvl9pPr marL="4114800" lvl="8" indent="-317500" algn="ctr">
              <a:spcBef>
                <a:spcPts val="0"/>
              </a:spcBef>
              <a:spcAft>
                <a:spcPts val="0"/>
              </a:spcAft>
              <a:buSzPts val="1400"/>
              <a:buFont typeface="Verdana"/>
              <a:buChar char="■"/>
              <a:defRPr>
                <a:latin typeface="Verdana"/>
                <a:ea typeface="Verdana"/>
                <a:cs typeface="Verdana"/>
                <a:sym typeface="Verdana"/>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Verdana"/>
                <a:ea typeface="Verdana"/>
                <a:cs typeface="Verdana"/>
                <a:sym typeface="Verdana"/>
              </a:defRPr>
            </a:lvl1pPr>
            <a:lvl2pPr lvl="1">
              <a:buNone/>
              <a:defRPr>
                <a:latin typeface="Verdana"/>
                <a:ea typeface="Verdana"/>
                <a:cs typeface="Verdana"/>
                <a:sym typeface="Verdana"/>
              </a:defRPr>
            </a:lvl2pPr>
            <a:lvl3pPr lvl="2">
              <a:buNone/>
              <a:defRPr>
                <a:latin typeface="Verdana"/>
                <a:ea typeface="Verdana"/>
                <a:cs typeface="Verdana"/>
                <a:sym typeface="Verdana"/>
              </a:defRPr>
            </a:lvl3pPr>
            <a:lvl4pPr lvl="3">
              <a:buNone/>
              <a:defRPr>
                <a:latin typeface="Verdana"/>
                <a:ea typeface="Verdana"/>
                <a:cs typeface="Verdana"/>
                <a:sym typeface="Verdana"/>
              </a:defRPr>
            </a:lvl4pPr>
            <a:lvl5pPr lvl="4">
              <a:buNone/>
              <a:defRPr>
                <a:latin typeface="Verdana"/>
                <a:ea typeface="Verdana"/>
                <a:cs typeface="Verdana"/>
                <a:sym typeface="Verdana"/>
              </a:defRPr>
            </a:lvl5pPr>
            <a:lvl6pPr lvl="5">
              <a:buNone/>
              <a:defRPr>
                <a:latin typeface="Verdana"/>
                <a:ea typeface="Verdana"/>
                <a:cs typeface="Verdana"/>
                <a:sym typeface="Verdana"/>
              </a:defRPr>
            </a:lvl6pPr>
            <a:lvl7pPr lvl="6">
              <a:buNone/>
              <a:defRPr>
                <a:latin typeface="Verdana"/>
                <a:ea typeface="Verdana"/>
                <a:cs typeface="Verdana"/>
                <a:sym typeface="Verdana"/>
              </a:defRPr>
            </a:lvl7pPr>
            <a:lvl8pPr lvl="7">
              <a:buNone/>
              <a:defRPr>
                <a:latin typeface="Verdana"/>
                <a:ea typeface="Verdana"/>
                <a:cs typeface="Verdana"/>
                <a:sym typeface="Verdana"/>
              </a:defRPr>
            </a:lvl8pPr>
            <a:lvl9pPr lvl="8">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Verdana"/>
                <a:ea typeface="Verdana"/>
                <a:cs typeface="Verdana"/>
                <a:sym typeface="Verdana"/>
              </a:defRPr>
            </a:lvl1pPr>
            <a:lvl2pPr lvl="1">
              <a:buNone/>
              <a:defRPr>
                <a:latin typeface="Verdana"/>
                <a:ea typeface="Verdana"/>
                <a:cs typeface="Verdana"/>
                <a:sym typeface="Verdana"/>
              </a:defRPr>
            </a:lvl2pPr>
            <a:lvl3pPr lvl="2">
              <a:buNone/>
              <a:defRPr>
                <a:latin typeface="Verdana"/>
                <a:ea typeface="Verdana"/>
                <a:cs typeface="Verdana"/>
                <a:sym typeface="Verdana"/>
              </a:defRPr>
            </a:lvl3pPr>
            <a:lvl4pPr lvl="3">
              <a:buNone/>
              <a:defRPr>
                <a:latin typeface="Verdana"/>
                <a:ea typeface="Verdana"/>
                <a:cs typeface="Verdana"/>
                <a:sym typeface="Verdana"/>
              </a:defRPr>
            </a:lvl4pPr>
            <a:lvl5pPr lvl="4">
              <a:buNone/>
              <a:defRPr>
                <a:latin typeface="Verdana"/>
                <a:ea typeface="Verdana"/>
                <a:cs typeface="Verdana"/>
                <a:sym typeface="Verdana"/>
              </a:defRPr>
            </a:lvl5pPr>
            <a:lvl6pPr lvl="5">
              <a:buNone/>
              <a:defRPr>
                <a:latin typeface="Verdana"/>
                <a:ea typeface="Verdana"/>
                <a:cs typeface="Verdana"/>
                <a:sym typeface="Verdana"/>
              </a:defRPr>
            </a:lvl6pPr>
            <a:lvl7pPr lvl="6">
              <a:buNone/>
              <a:defRPr>
                <a:latin typeface="Verdana"/>
                <a:ea typeface="Verdana"/>
                <a:cs typeface="Verdana"/>
                <a:sym typeface="Verdana"/>
              </a:defRPr>
            </a:lvl7pPr>
            <a:lvl8pPr lvl="7">
              <a:buNone/>
              <a:defRPr>
                <a:latin typeface="Verdana"/>
                <a:ea typeface="Verdana"/>
                <a:cs typeface="Verdana"/>
                <a:sym typeface="Verdana"/>
              </a:defRPr>
            </a:lvl8pPr>
            <a:lvl9pPr lvl="8">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genda" userDrawn="1">
  <p:cSld name="TITLE_AND_BODY_1">
    <p:spTree>
      <p:nvGrpSpPr>
        <p:cNvPr id="1" name="Shape 64"/>
        <p:cNvGrpSpPr/>
        <p:nvPr/>
      </p:nvGrpSpPr>
      <p:grpSpPr>
        <a:xfrm>
          <a:off x="0" y="0"/>
          <a:ext cx="0" cy="0"/>
          <a:chOff x="0" y="0"/>
          <a:chExt cx="0" cy="0"/>
        </a:xfrm>
      </p:grpSpPr>
      <p:sp>
        <p:nvSpPr>
          <p:cNvPr id="66" name="Google Shape;66;p13"/>
          <p:cNvSpPr txBox="1">
            <a:spLocks noGrp="1"/>
          </p:cNvSpPr>
          <p:nvPr>
            <p:ph type="body" idx="1"/>
          </p:nvPr>
        </p:nvSpPr>
        <p:spPr>
          <a:xfrm>
            <a:off x="311700" y="1229445"/>
            <a:ext cx="8520600" cy="3773830"/>
          </a:xfrm>
          <a:prstGeom prst="rect">
            <a:avLst/>
          </a:prstGeom>
          <a:noFill/>
          <a:ln>
            <a:noFill/>
          </a:ln>
        </p:spPr>
        <p:txBody>
          <a:bodyPr spcFirstLastPara="1" wrap="square" lIns="91425" tIns="91425" rIns="91425" bIns="91425" anchor="t" anchorCtr="0">
            <a:normAutofit/>
          </a:bodyPr>
          <a:lstStyle>
            <a:lvl1pPr marL="457200" lvl="0" indent="-330200" algn="l" rtl="0">
              <a:lnSpc>
                <a:spcPct val="115000"/>
              </a:lnSpc>
              <a:spcBef>
                <a:spcPts val="0"/>
              </a:spcBef>
              <a:spcAft>
                <a:spcPts val="0"/>
              </a:spcAft>
              <a:buClr>
                <a:schemeClr val="tx1"/>
              </a:buClr>
              <a:buSzPts val="1600"/>
              <a:buFont typeface="Verdana"/>
              <a:buChar char="●"/>
              <a:defRPr sz="1600">
                <a:latin typeface="Verdana"/>
                <a:ea typeface="Verdana"/>
                <a:cs typeface="Verdana"/>
                <a:sym typeface="Verdana"/>
              </a:defRPr>
            </a:lvl1pPr>
            <a:lvl2pPr marL="914400" lvl="1" indent="-317500" algn="l" rtl="0">
              <a:lnSpc>
                <a:spcPct val="115000"/>
              </a:lnSpc>
              <a:spcBef>
                <a:spcPts val="0"/>
              </a:spcBef>
              <a:spcAft>
                <a:spcPts val="0"/>
              </a:spcAft>
              <a:buSzPts val="1400"/>
              <a:buFont typeface="Verdana"/>
              <a:buChar char="○"/>
              <a:defRPr>
                <a:latin typeface="Verdana"/>
                <a:ea typeface="Verdana"/>
                <a:cs typeface="Verdana"/>
                <a:sym typeface="Verdana"/>
              </a:defRPr>
            </a:lvl2pPr>
            <a:lvl3pPr marL="1371600" lvl="2" indent="-317500" algn="l" rtl="0">
              <a:lnSpc>
                <a:spcPct val="115000"/>
              </a:lnSpc>
              <a:spcBef>
                <a:spcPts val="0"/>
              </a:spcBef>
              <a:spcAft>
                <a:spcPts val="0"/>
              </a:spcAft>
              <a:buSzPts val="1400"/>
              <a:buFont typeface="Verdana"/>
              <a:buChar char="■"/>
              <a:defRPr>
                <a:latin typeface="Verdana"/>
                <a:ea typeface="Verdana"/>
                <a:cs typeface="Verdana"/>
                <a:sym typeface="Verdana"/>
              </a:defRPr>
            </a:lvl3pPr>
            <a:lvl4pPr marL="1828800" lvl="3" indent="-317500" algn="l" rtl="0">
              <a:lnSpc>
                <a:spcPct val="115000"/>
              </a:lnSpc>
              <a:spcBef>
                <a:spcPts val="0"/>
              </a:spcBef>
              <a:spcAft>
                <a:spcPts val="0"/>
              </a:spcAft>
              <a:buSzPts val="1400"/>
              <a:buFont typeface="Verdana"/>
              <a:buChar char="●"/>
              <a:defRPr>
                <a:latin typeface="Verdana"/>
                <a:ea typeface="Verdana"/>
                <a:cs typeface="Verdana"/>
                <a:sym typeface="Verdana"/>
              </a:defRPr>
            </a:lvl4pPr>
            <a:lvl5pPr marL="2286000" lvl="4" indent="-317500" algn="l" rtl="0">
              <a:lnSpc>
                <a:spcPct val="115000"/>
              </a:lnSpc>
              <a:spcBef>
                <a:spcPts val="0"/>
              </a:spcBef>
              <a:spcAft>
                <a:spcPts val="0"/>
              </a:spcAft>
              <a:buSzPts val="1400"/>
              <a:buFont typeface="Verdana"/>
              <a:buChar char="○"/>
              <a:defRPr>
                <a:latin typeface="Verdana"/>
                <a:ea typeface="Verdana"/>
                <a:cs typeface="Verdana"/>
                <a:sym typeface="Verdana"/>
              </a:defRPr>
            </a:lvl5pPr>
            <a:lvl6pPr marL="2743200" lvl="5" indent="-317500" algn="l" rtl="0">
              <a:lnSpc>
                <a:spcPct val="115000"/>
              </a:lnSpc>
              <a:spcBef>
                <a:spcPts val="0"/>
              </a:spcBef>
              <a:spcAft>
                <a:spcPts val="0"/>
              </a:spcAft>
              <a:buSzPts val="1400"/>
              <a:buFont typeface="Verdana"/>
              <a:buChar char="■"/>
              <a:defRPr>
                <a:latin typeface="Verdana"/>
                <a:ea typeface="Verdana"/>
                <a:cs typeface="Verdana"/>
                <a:sym typeface="Verdana"/>
              </a:defRPr>
            </a:lvl6pPr>
            <a:lvl7pPr marL="3200400" lvl="6" indent="-317500" algn="l" rtl="0">
              <a:lnSpc>
                <a:spcPct val="115000"/>
              </a:lnSpc>
              <a:spcBef>
                <a:spcPts val="0"/>
              </a:spcBef>
              <a:spcAft>
                <a:spcPts val="0"/>
              </a:spcAft>
              <a:buSzPts val="1400"/>
              <a:buFont typeface="Verdana"/>
              <a:buChar char="●"/>
              <a:defRPr>
                <a:latin typeface="Verdana"/>
                <a:ea typeface="Verdana"/>
                <a:cs typeface="Verdana"/>
                <a:sym typeface="Verdana"/>
              </a:defRPr>
            </a:lvl7pPr>
            <a:lvl8pPr marL="3657600" lvl="7" indent="-317500" algn="l" rtl="0">
              <a:lnSpc>
                <a:spcPct val="115000"/>
              </a:lnSpc>
              <a:spcBef>
                <a:spcPts val="0"/>
              </a:spcBef>
              <a:spcAft>
                <a:spcPts val="0"/>
              </a:spcAft>
              <a:buSzPts val="1400"/>
              <a:buFont typeface="Verdana"/>
              <a:buChar char="○"/>
              <a:defRPr>
                <a:latin typeface="Verdana"/>
                <a:ea typeface="Verdana"/>
                <a:cs typeface="Verdana"/>
                <a:sym typeface="Verdana"/>
              </a:defRPr>
            </a:lvl8pPr>
            <a:lvl9pPr marL="4114800" lvl="8" indent="-317500" algn="l" rtl="0">
              <a:lnSpc>
                <a:spcPct val="115000"/>
              </a:lnSpc>
              <a:spcBef>
                <a:spcPts val="0"/>
              </a:spcBef>
              <a:spcAft>
                <a:spcPts val="0"/>
              </a:spcAft>
              <a:buSzPts val="1400"/>
              <a:buFont typeface="Verdana"/>
              <a:buChar char="■"/>
              <a:defRPr>
                <a:latin typeface="Verdana"/>
                <a:ea typeface="Verdana"/>
                <a:cs typeface="Verdana"/>
                <a:sym typeface="Verdana"/>
              </a:defRPr>
            </a:lvl9pPr>
          </a:lstStyle>
          <a:p>
            <a:endParaRPr lang="en-US" dirty="0"/>
          </a:p>
        </p:txBody>
      </p:sp>
      <p:sp>
        <p:nvSpPr>
          <p:cNvPr id="67" name="Google Shape;67;p13"/>
          <p:cNvSpPr txBox="1">
            <a:spLocks noGrp="1"/>
          </p:cNvSpPr>
          <p:nvPr>
            <p:ph type="sldNum" idx="12"/>
          </p:nvPr>
        </p:nvSpPr>
        <p:spPr>
          <a:xfrm>
            <a:off x="8890426" y="4802521"/>
            <a:ext cx="245991" cy="254296"/>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1000"/>
              <a:buFont typeface="Arial"/>
              <a:buNone/>
              <a:defRPr sz="800" i="0" u="none" strike="noStrike" cap="none">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i="0" u="none" strike="noStrike" cap="none">
                <a:latin typeface="Roboto"/>
                <a:ea typeface="Roboto"/>
                <a:cs typeface="Roboto"/>
                <a:sym typeface="Roboto"/>
              </a:defRPr>
            </a:lvl9pPr>
          </a:lstStyle>
          <a:p>
            <a:fld id="{00000000-1234-1234-1234-123412341234}" type="slidenum">
              <a:rPr lang="en" smtClean="0"/>
              <a:pPr/>
              <a:t>‹#›</a:t>
            </a:fld>
            <a:endParaRPr lang="en" dirty="0"/>
          </a:p>
        </p:txBody>
      </p:sp>
      <p:sp>
        <p:nvSpPr>
          <p:cNvPr id="68" name="Google Shape;68;p13"/>
          <p:cNvSpPr txBox="1">
            <a:spLocks noGrp="1"/>
          </p:cNvSpPr>
          <p:nvPr>
            <p:ph type="title" hasCustomPrompt="1"/>
          </p:nvPr>
        </p:nvSpPr>
        <p:spPr>
          <a:xfrm>
            <a:off x="311700" y="0"/>
            <a:ext cx="8520600" cy="712925"/>
          </a:xfrm>
          <a:prstGeom prst="rect">
            <a:avLst/>
          </a:prstGeom>
          <a:noFill/>
          <a:ln>
            <a:noFill/>
          </a:ln>
        </p:spPr>
        <p:txBody>
          <a:bodyPr spcFirstLastPara="1" wrap="square" lIns="91425" tIns="91425" rIns="91425" bIns="91425" anchor="ctr" anchorCtr="0">
            <a:normAutofit/>
          </a:bodyPr>
          <a:lstStyle>
            <a:lvl1pPr lvl="0" algn="l" rtl="0">
              <a:lnSpc>
                <a:spcPct val="100000"/>
              </a:lnSpc>
              <a:spcBef>
                <a:spcPts val="0"/>
              </a:spcBef>
              <a:spcAft>
                <a:spcPts val="0"/>
              </a:spcAft>
              <a:buSzPts val="2200"/>
              <a:buFont typeface="Verdana"/>
              <a:buNone/>
              <a:defRPr sz="2200">
                <a:latin typeface="Verdana"/>
                <a:ea typeface="Verdana"/>
                <a:cs typeface="Verdana"/>
                <a:sym typeface="Verdana"/>
              </a:defRPr>
            </a:lvl1pPr>
            <a:lvl2pPr lvl="1" algn="l" rtl="0">
              <a:lnSpc>
                <a:spcPct val="100000"/>
              </a:lnSpc>
              <a:spcBef>
                <a:spcPts val="0"/>
              </a:spcBef>
              <a:spcAft>
                <a:spcPts val="0"/>
              </a:spcAft>
              <a:buSzPts val="2800"/>
              <a:buFont typeface="Verdana"/>
              <a:buNone/>
              <a:defRPr>
                <a:latin typeface="Verdana"/>
                <a:ea typeface="Verdana"/>
                <a:cs typeface="Verdana"/>
                <a:sym typeface="Verdana"/>
              </a:defRPr>
            </a:lvl2pPr>
            <a:lvl3pPr lvl="2" algn="l" rtl="0">
              <a:lnSpc>
                <a:spcPct val="100000"/>
              </a:lnSpc>
              <a:spcBef>
                <a:spcPts val="0"/>
              </a:spcBef>
              <a:spcAft>
                <a:spcPts val="0"/>
              </a:spcAft>
              <a:buSzPts val="2800"/>
              <a:buFont typeface="Verdana"/>
              <a:buNone/>
              <a:defRPr>
                <a:latin typeface="Verdana"/>
                <a:ea typeface="Verdana"/>
                <a:cs typeface="Verdana"/>
                <a:sym typeface="Verdana"/>
              </a:defRPr>
            </a:lvl3pPr>
            <a:lvl4pPr lvl="3" algn="l" rtl="0">
              <a:lnSpc>
                <a:spcPct val="100000"/>
              </a:lnSpc>
              <a:spcBef>
                <a:spcPts val="0"/>
              </a:spcBef>
              <a:spcAft>
                <a:spcPts val="0"/>
              </a:spcAft>
              <a:buSzPts val="2800"/>
              <a:buFont typeface="Verdana"/>
              <a:buNone/>
              <a:defRPr>
                <a:latin typeface="Verdana"/>
                <a:ea typeface="Verdana"/>
                <a:cs typeface="Verdana"/>
                <a:sym typeface="Verdana"/>
              </a:defRPr>
            </a:lvl4pPr>
            <a:lvl5pPr lvl="4" algn="l" rtl="0">
              <a:lnSpc>
                <a:spcPct val="100000"/>
              </a:lnSpc>
              <a:spcBef>
                <a:spcPts val="0"/>
              </a:spcBef>
              <a:spcAft>
                <a:spcPts val="0"/>
              </a:spcAft>
              <a:buSzPts val="2800"/>
              <a:buFont typeface="Verdana"/>
              <a:buNone/>
              <a:defRPr>
                <a:latin typeface="Verdana"/>
                <a:ea typeface="Verdana"/>
                <a:cs typeface="Verdana"/>
                <a:sym typeface="Verdana"/>
              </a:defRPr>
            </a:lvl5pPr>
            <a:lvl6pPr lvl="5" algn="l" rtl="0">
              <a:lnSpc>
                <a:spcPct val="100000"/>
              </a:lnSpc>
              <a:spcBef>
                <a:spcPts val="0"/>
              </a:spcBef>
              <a:spcAft>
                <a:spcPts val="0"/>
              </a:spcAft>
              <a:buSzPts val="2800"/>
              <a:buFont typeface="Verdana"/>
              <a:buNone/>
              <a:defRPr>
                <a:latin typeface="Verdana"/>
                <a:ea typeface="Verdana"/>
                <a:cs typeface="Verdana"/>
                <a:sym typeface="Verdana"/>
              </a:defRPr>
            </a:lvl6pPr>
            <a:lvl7pPr lvl="6" algn="l" rtl="0">
              <a:lnSpc>
                <a:spcPct val="100000"/>
              </a:lnSpc>
              <a:spcBef>
                <a:spcPts val="0"/>
              </a:spcBef>
              <a:spcAft>
                <a:spcPts val="0"/>
              </a:spcAft>
              <a:buSzPts val="2800"/>
              <a:buFont typeface="Verdana"/>
              <a:buNone/>
              <a:defRPr>
                <a:latin typeface="Verdana"/>
                <a:ea typeface="Verdana"/>
                <a:cs typeface="Verdana"/>
                <a:sym typeface="Verdana"/>
              </a:defRPr>
            </a:lvl7pPr>
            <a:lvl8pPr lvl="7" algn="l" rtl="0">
              <a:lnSpc>
                <a:spcPct val="100000"/>
              </a:lnSpc>
              <a:spcBef>
                <a:spcPts val="0"/>
              </a:spcBef>
              <a:spcAft>
                <a:spcPts val="0"/>
              </a:spcAft>
              <a:buSzPts val="2800"/>
              <a:buFont typeface="Verdana"/>
              <a:buNone/>
              <a:defRPr>
                <a:latin typeface="Verdana"/>
                <a:ea typeface="Verdana"/>
                <a:cs typeface="Verdana"/>
                <a:sym typeface="Verdana"/>
              </a:defRPr>
            </a:lvl8pPr>
            <a:lvl9pPr lvl="8" algn="l" rtl="0">
              <a:lnSpc>
                <a:spcPct val="100000"/>
              </a:lnSpc>
              <a:spcBef>
                <a:spcPts val="0"/>
              </a:spcBef>
              <a:spcAft>
                <a:spcPts val="0"/>
              </a:spcAft>
              <a:buSzPts val="2800"/>
              <a:buFont typeface="Verdana"/>
              <a:buNone/>
              <a:defRPr>
                <a:latin typeface="Verdana"/>
                <a:ea typeface="Verdana"/>
                <a:cs typeface="Verdana"/>
                <a:sym typeface="Verdana"/>
              </a:defRPr>
            </a:lvl9pPr>
          </a:lstStyle>
          <a:p>
            <a:r>
              <a:rPr lang="en-US" dirty="0"/>
              <a:t>Agenda</a:t>
            </a:r>
            <a:endParaRPr dirty="0"/>
          </a:p>
        </p:txBody>
      </p:sp>
      <p:sp>
        <p:nvSpPr>
          <p:cNvPr id="2" name="Google Shape;32;p5">
            <a:extLst>
              <a:ext uri="{FF2B5EF4-FFF2-40B4-BE49-F238E27FC236}">
                <a16:creationId xmlns:a16="http://schemas.microsoft.com/office/drawing/2014/main" id="{3B38838B-5EBD-6C7F-60D2-88FA9FFA951E}"/>
              </a:ext>
            </a:extLst>
          </p:cNvPr>
          <p:cNvSpPr txBox="1">
            <a:spLocks noGrp="1"/>
          </p:cNvSpPr>
          <p:nvPr>
            <p:ph type="subTitle" idx="2"/>
          </p:nvPr>
        </p:nvSpPr>
        <p:spPr>
          <a:xfrm>
            <a:off x="311700" y="730401"/>
            <a:ext cx="8520600" cy="499044"/>
          </a:xfrm>
          <a:prstGeom prst="rect">
            <a:avLst/>
          </a:prstGeom>
        </p:spPr>
        <p:txBody>
          <a:bodyPr spcFirstLastPara="1" wrap="square" lIns="91425" tIns="0" rIns="91425" bIns="91425" anchor="t" anchorCtr="0">
            <a:normAutofit/>
          </a:bodyPr>
          <a:lstStyle>
            <a:lvl1pPr marL="0" lvl="0" indent="0" rtl="0">
              <a:lnSpc>
                <a:spcPct val="100000"/>
              </a:lnSpc>
              <a:spcBef>
                <a:spcPts val="0"/>
              </a:spcBef>
              <a:spcAft>
                <a:spcPts val="0"/>
              </a:spcAft>
              <a:buSzPts val="1800"/>
              <a:buFont typeface="Verdana"/>
              <a:buNone/>
              <a:tabLst/>
              <a:defRPr sz="1600">
                <a:latin typeface="Verdana"/>
                <a:ea typeface="Verdana"/>
                <a:cs typeface="Verdana"/>
                <a:sym typeface="Verdana"/>
              </a:defRPr>
            </a:lvl1pPr>
            <a:lvl2pPr lvl="1"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2pPr>
            <a:lvl3pPr lvl="2"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3pPr>
            <a:lvl4pPr lvl="3"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4pPr>
            <a:lvl5pPr lvl="4"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5pPr>
            <a:lvl6pPr lvl="5"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6pPr>
            <a:lvl7pPr lvl="6"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7pPr>
            <a:lvl8pPr lvl="7"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8pPr>
            <a:lvl9pPr lvl="8"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9pPr>
          </a:lstStyle>
          <a:p>
            <a:endParaRP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00" y="1402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200"/>
              <a:buFont typeface="Verdana"/>
              <a:buNone/>
              <a:defRPr sz="2200">
                <a:latin typeface="Verdana"/>
                <a:ea typeface="Verdana"/>
                <a:cs typeface="Verdana"/>
                <a:sym typeface="Verdana"/>
              </a:defRPr>
            </a:lvl1pPr>
            <a:lvl2pPr lvl="1" algn="l" rtl="0">
              <a:lnSpc>
                <a:spcPct val="100000"/>
              </a:lnSpc>
              <a:spcBef>
                <a:spcPts val="0"/>
              </a:spcBef>
              <a:spcAft>
                <a:spcPts val="0"/>
              </a:spcAft>
              <a:buSzPts val="2800"/>
              <a:buFont typeface="Verdana"/>
              <a:buNone/>
              <a:defRPr>
                <a:latin typeface="Verdana"/>
                <a:ea typeface="Verdana"/>
                <a:cs typeface="Verdana"/>
                <a:sym typeface="Verdana"/>
              </a:defRPr>
            </a:lvl2pPr>
            <a:lvl3pPr lvl="2" algn="l" rtl="0">
              <a:lnSpc>
                <a:spcPct val="100000"/>
              </a:lnSpc>
              <a:spcBef>
                <a:spcPts val="0"/>
              </a:spcBef>
              <a:spcAft>
                <a:spcPts val="0"/>
              </a:spcAft>
              <a:buSzPts val="2800"/>
              <a:buFont typeface="Verdana"/>
              <a:buNone/>
              <a:defRPr>
                <a:latin typeface="Verdana"/>
                <a:ea typeface="Verdana"/>
                <a:cs typeface="Verdana"/>
                <a:sym typeface="Verdana"/>
              </a:defRPr>
            </a:lvl3pPr>
            <a:lvl4pPr lvl="3" algn="l" rtl="0">
              <a:lnSpc>
                <a:spcPct val="100000"/>
              </a:lnSpc>
              <a:spcBef>
                <a:spcPts val="0"/>
              </a:spcBef>
              <a:spcAft>
                <a:spcPts val="0"/>
              </a:spcAft>
              <a:buSzPts val="2800"/>
              <a:buFont typeface="Verdana"/>
              <a:buNone/>
              <a:defRPr>
                <a:latin typeface="Verdana"/>
                <a:ea typeface="Verdana"/>
                <a:cs typeface="Verdana"/>
                <a:sym typeface="Verdana"/>
              </a:defRPr>
            </a:lvl4pPr>
            <a:lvl5pPr lvl="4" algn="l" rtl="0">
              <a:lnSpc>
                <a:spcPct val="100000"/>
              </a:lnSpc>
              <a:spcBef>
                <a:spcPts val="0"/>
              </a:spcBef>
              <a:spcAft>
                <a:spcPts val="0"/>
              </a:spcAft>
              <a:buSzPts val="2800"/>
              <a:buFont typeface="Verdana"/>
              <a:buNone/>
              <a:defRPr>
                <a:latin typeface="Verdana"/>
                <a:ea typeface="Verdana"/>
                <a:cs typeface="Verdana"/>
                <a:sym typeface="Verdana"/>
              </a:defRPr>
            </a:lvl5pPr>
            <a:lvl6pPr lvl="5" algn="l" rtl="0">
              <a:lnSpc>
                <a:spcPct val="100000"/>
              </a:lnSpc>
              <a:spcBef>
                <a:spcPts val="0"/>
              </a:spcBef>
              <a:spcAft>
                <a:spcPts val="0"/>
              </a:spcAft>
              <a:buSzPts val="2800"/>
              <a:buFont typeface="Verdana"/>
              <a:buNone/>
              <a:defRPr>
                <a:latin typeface="Verdana"/>
                <a:ea typeface="Verdana"/>
                <a:cs typeface="Verdana"/>
                <a:sym typeface="Verdana"/>
              </a:defRPr>
            </a:lvl6pPr>
            <a:lvl7pPr lvl="6" algn="l" rtl="0">
              <a:lnSpc>
                <a:spcPct val="100000"/>
              </a:lnSpc>
              <a:spcBef>
                <a:spcPts val="0"/>
              </a:spcBef>
              <a:spcAft>
                <a:spcPts val="0"/>
              </a:spcAft>
              <a:buSzPts val="2800"/>
              <a:buFont typeface="Verdana"/>
              <a:buNone/>
              <a:defRPr>
                <a:latin typeface="Verdana"/>
                <a:ea typeface="Verdana"/>
                <a:cs typeface="Verdana"/>
                <a:sym typeface="Verdana"/>
              </a:defRPr>
            </a:lvl7pPr>
            <a:lvl8pPr lvl="7" algn="l" rtl="0">
              <a:lnSpc>
                <a:spcPct val="100000"/>
              </a:lnSpc>
              <a:spcBef>
                <a:spcPts val="0"/>
              </a:spcBef>
              <a:spcAft>
                <a:spcPts val="0"/>
              </a:spcAft>
              <a:buSzPts val="2800"/>
              <a:buFont typeface="Verdana"/>
              <a:buNone/>
              <a:defRPr>
                <a:latin typeface="Verdana"/>
                <a:ea typeface="Verdana"/>
                <a:cs typeface="Verdana"/>
                <a:sym typeface="Verdana"/>
              </a:defRPr>
            </a:lvl8pPr>
            <a:lvl9pPr lvl="8" algn="l" rtl="0">
              <a:lnSpc>
                <a:spcPct val="100000"/>
              </a:lnSpc>
              <a:spcBef>
                <a:spcPts val="0"/>
              </a:spcBef>
              <a:spcAft>
                <a:spcPts val="0"/>
              </a:spcAft>
              <a:buSzPts val="2800"/>
              <a:buFont typeface="Verdana"/>
              <a:buNone/>
              <a:defRPr>
                <a:latin typeface="Verdana"/>
                <a:ea typeface="Verdana"/>
                <a:cs typeface="Verdana"/>
                <a:sym typeface="Verdana"/>
              </a:defRPr>
            </a:lvl9pPr>
          </a:lstStyle>
          <a:p>
            <a:endParaRPr/>
          </a:p>
        </p:txBody>
      </p:sp>
      <p:sp>
        <p:nvSpPr>
          <p:cNvPr id="71" name="Google Shape;71;p14"/>
          <p:cNvSpPr txBox="1">
            <a:spLocks noGrp="1"/>
          </p:cNvSpPr>
          <p:nvPr>
            <p:ph type="body" idx="1"/>
          </p:nvPr>
        </p:nvSpPr>
        <p:spPr>
          <a:xfrm>
            <a:off x="311700" y="1381075"/>
            <a:ext cx="3999900" cy="3416400"/>
          </a:xfrm>
          <a:prstGeom prst="rect">
            <a:avLst/>
          </a:prstGeom>
          <a:noFill/>
          <a:ln>
            <a:noFill/>
          </a:ln>
        </p:spPr>
        <p:txBody>
          <a:bodyPr spcFirstLastPara="1" wrap="square" lIns="91425" tIns="91425" rIns="91425" bIns="91425" anchor="t" anchorCtr="0">
            <a:normAutofit/>
          </a:bodyPr>
          <a:lstStyle>
            <a:lvl1pPr marL="457200" lvl="0" indent="-317500" algn="l" rtl="0">
              <a:lnSpc>
                <a:spcPct val="115000"/>
              </a:lnSpc>
              <a:spcBef>
                <a:spcPts val="0"/>
              </a:spcBef>
              <a:spcAft>
                <a:spcPts val="0"/>
              </a:spcAft>
              <a:buSzPts val="1400"/>
              <a:buFont typeface="Verdana"/>
              <a:buChar char="●"/>
              <a:defRPr sz="1400">
                <a:latin typeface="Verdana"/>
                <a:ea typeface="Verdana"/>
                <a:cs typeface="Verdana"/>
                <a:sym typeface="Verdana"/>
              </a:defRPr>
            </a:lvl1pPr>
            <a:lvl2pPr marL="914400" lvl="1"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2pPr>
            <a:lvl3pPr marL="1371600" lvl="2"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3pPr>
            <a:lvl4pPr marL="1828800" lvl="3"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4pPr>
            <a:lvl5pPr marL="2286000" lvl="4"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5pPr>
            <a:lvl6pPr marL="2743200" lvl="5"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6pPr>
            <a:lvl7pPr marL="3200400" lvl="6"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7pPr>
            <a:lvl8pPr marL="3657600" lvl="7"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8pPr>
            <a:lvl9pPr marL="4114800" lvl="8"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9pPr>
          </a:lstStyle>
          <a:p>
            <a:endParaRPr/>
          </a:p>
        </p:txBody>
      </p:sp>
      <p:sp>
        <p:nvSpPr>
          <p:cNvPr id="72" name="Google Shape;72;p14"/>
          <p:cNvSpPr txBox="1">
            <a:spLocks noGrp="1"/>
          </p:cNvSpPr>
          <p:nvPr>
            <p:ph type="body" idx="2"/>
          </p:nvPr>
        </p:nvSpPr>
        <p:spPr>
          <a:xfrm>
            <a:off x="4832400" y="1304875"/>
            <a:ext cx="3999900" cy="3416400"/>
          </a:xfrm>
          <a:prstGeom prst="rect">
            <a:avLst/>
          </a:prstGeom>
          <a:noFill/>
          <a:ln>
            <a:noFill/>
          </a:ln>
        </p:spPr>
        <p:txBody>
          <a:bodyPr spcFirstLastPara="1" wrap="square" lIns="91425" tIns="91425" rIns="91425" bIns="91425" anchor="t" anchorCtr="0">
            <a:normAutofit/>
          </a:bodyPr>
          <a:lstStyle>
            <a:lvl1pPr marL="457200" lvl="0" indent="-317500" algn="l" rtl="0">
              <a:lnSpc>
                <a:spcPct val="115000"/>
              </a:lnSpc>
              <a:spcBef>
                <a:spcPts val="0"/>
              </a:spcBef>
              <a:spcAft>
                <a:spcPts val="0"/>
              </a:spcAft>
              <a:buSzPts val="1400"/>
              <a:buFont typeface="Verdana"/>
              <a:buChar char="●"/>
              <a:defRPr sz="1400">
                <a:latin typeface="Verdana"/>
                <a:ea typeface="Verdana"/>
                <a:cs typeface="Verdana"/>
                <a:sym typeface="Verdana"/>
              </a:defRPr>
            </a:lvl1pPr>
            <a:lvl2pPr marL="914400" lvl="1"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2pPr>
            <a:lvl3pPr marL="1371600" lvl="2"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3pPr>
            <a:lvl4pPr marL="1828800" lvl="3"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4pPr>
            <a:lvl5pPr marL="2286000" lvl="4"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5pPr>
            <a:lvl6pPr marL="2743200" lvl="5"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6pPr>
            <a:lvl7pPr marL="3200400" lvl="6"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7pPr>
            <a:lvl8pPr marL="3657600" lvl="7"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8pPr>
            <a:lvl9pPr marL="4114800" lvl="8" indent="-304800" algn="l" rtl="0">
              <a:lnSpc>
                <a:spcPct val="115000"/>
              </a:lnSpc>
              <a:spcBef>
                <a:spcPts val="0"/>
              </a:spcBef>
              <a:spcAft>
                <a:spcPts val="0"/>
              </a:spcAft>
              <a:buSzPts val="1200"/>
              <a:buFont typeface="Verdana"/>
              <a:buChar char="■"/>
              <a:defRPr sz="1200">
                <a:latin typeface="Verdana"/>
                <a:ea typeface="Verdana"/>
                <a:cs typeface="Verdana"/>
                <a:sym typeface="Verdana"/>
              </a:defRPr>
            </a:lvl9pPr>
          </a:lstStyle>
          <a:p>
            <a:endParaRPr/>
          </a:p>
        </p:txBody>
      </p:sp>
      <p:sp>
        <p:nvSpPr>
          <p:cNvPr id="73" name="Google Shape;7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1pPr>
            <a:lvl2pPr marL="0" marR="0" lvl="1"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2pPr>
            <a:lvl3pPr marL="0" marR="0" lvl="2"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3pPr>
            <a:lvl4pPr marL="0" marR="0" lvl="3"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4pPr>
            <a:lvl5pPr marL="0" marR="0" lvl="4"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5pPr>
            <a:lvl6pPr marL="0" marR="0" lvl="5"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6pPr>
            <a:lvl7pPr marL="0" marR="0" lvl="6"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7pPr>
            <a:lvl8pPr marL="0" marR="0" lvl="7"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8pPr>
            <a:lvl9pPr marL="0" marR="0" lvl="8" indent="0" algn="r" rtl="0">
              <a:lnSpc>
                <a:spcPct val="100000"/>
              </a:lnSpc>
              <a:spcBef>
                <a:spcPts val="0"/>
              </a:spcBef>
              <a:spcAft>
                <a:spcPts val="0"/>
              </a:spcAft>
              <a:buClr>
                <a:srgbClr val="000000"/>
              </a:buClr>
              <a:buSzPts val="1000"/>
              <a:buFont typeface="Arial"/>
              <a:buNone/>
              <a:defRPr sz="1000" i="0" u="none" strike="noStrike" cap="none">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
              <a:t>‹#›</a:t>
            </a:fld>
            <a:endParaRPr/>
          </a:p>
        </p:txBody>
      </p:sp>
      <p:sp>
        <p:nvSpPr>
          <p:cNvPr id="74" name="Google Shape;74;p14"/>
          <p:cNvSpPr txBox="1">
            <a:spLocks noGrp="1"/>
          </p:cNvSpPr>
          <p:nvPr>
            <p:ph type="subTitle" idx="3"/>
          </p:nvPr>
        </p:nvSpPr>
        <p:spPr>
          <a:xfrm>
            <a:off x="386975" y="864000"/>
            <a:ext cx="8368200" cy="84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1500"/>
              <a:buFont typeface="Verdana"/>
              <a:buNone/>
              <a:defRPr sz="1500">
                <a:latin typeface="Verdana"/>
                <a:ea typeface="Verdana"/>
                <a:cs typeface="Verdana"/>
                <a:sym typeface="Verdana"/>
              </a:defRPr>
            </a:lvl1pPr>
            <a:lvl2pPr lvl="1"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2pPr>
            <a:lvl3pPr lvl="2"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3pPr>
            <a:lvl4pPr lvl="3"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4pPr>
            <a:lvl5pPr lvl="4"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5pPr>
            <a:lvl6pPr lvl="5"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6pPr>
            <a:lvl7pPr lvl="6"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7pPr>
            <a:lvl8pPr lvl="7"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8pPr>
            <a:lvl9pPr lvl="8" algn="ctr" rtl="0">
              <a:lnSpc>
                <a:spcPct val="100000"/>
              </a:lnSpc>
              <a:spcBef>
                <a:spcPts val="0"/>
              </a:spcBef>
              <a:spcAft>
                <a:spcPts val="0"/>
              </a:spcAft>
              <a:buClr>
                <a:schemeClr val="accent5"/>
              </a:buClr>
              <a:buSzPts val="2100"/>
              <a:buFont typeface="Verdana"/>
              <a:buNone/>
              <a:defRPr sz="2100">
                <a:solidFill>
                  <a:schemeClr val="accent5"/>
                </a:solidFill>
                <a:latin typeface="Verdana"/>
                <a:ea typeface="Verdana"/>
                <a:cs typeface="Verdana"/>
                <a:sym typeface="Verdana"/>
              </a:defRPr>
            </a:lvl9pPr>
          </a:lstStyle>
          <a:p>
            <a:endParaRPr/>
          </a:p>
        </p:txBody>
      </p:sp>
      <p:sp>
        <p:nvSpPr>
          <p:cNvPr id="75" name="Google Shape;75;p14"/>
          <p:cNvSpPr txBox="1">
            <a:spLocks noGrp="1"/>
          </p:cNvSpPr>
          <p:nvPr>
            <p:ph type="body" idx="4"/>
          </p:nvPr>
        </p:nvSpPr>
        <p:spPr>
          <a:xfrm>
            <a:off x="4813725" y="3822525"/>
            <a:ext cx="3999900" cy="208200"/>
          </a:xfrm>
          <a:prstGeom prst="rect">
            <a:avLst/>
          </a:prstGeom>
          <a:noFill/>
          <a:ln>
            <a:noFill/>
          </a:ln>
        </p:spPr>
        <p:txBody>
          <a:bodyPr spcFirstLastPara="1" wrap="square" lIns="91425" tIns="91425" rIns="91425" bIns="91425" anchor="t" anchorCtr="0">
            <a:normAutofit/>
          </a:bodyPr>
          <a:lstStyle>
            <a:lvl1pPr marL="457200" lvl="0" indent="-273050" algn="r" rtl="0">
              <a:lnSpc>
                <a:spcPct val="115000"/>
              </a:lnSpc>
              <a:spcBef>
                <a:spcPts val="0"/>
              </a:spcBef>
              <a:spcAft>
                <a:spcPts val="0"/>
              </a:spcAft>
              <a:buSzPts val="700"/>
              <a:buFont typeface="Verdana"/>
              <a:buChar char="●"/>
              <a:defRPr sz="700">
                <a:latin typeface="Verdana"/>
                <a:ea typeface="Verdana"/>
                <a:cs typeface="Verdana"/>
                <a:sym typeface="Verdana"/>
              </a:defRPr>
            </a:lvl1pPr>
            <a:lvl2pPr marL="914400" lvl="1" indent="-260350" algn="r" rtl="0">
              <a:lnSpc>
                <a:spcPct val="115000"/>
              </a:lnSpc>
              <a:spcBef>
                <a:spcPts val="0"/>
              </a:spcBef>
              <a:spcAft>
                <a:spcPts val="0"/>
              </a:spcAft>
              <a:buSzPts val="500"/>
              <a:buFont typeface="Verdana"/>
              <a:buChar char="○"/>
              <a:defRPr sz="500">
                <a:latin typeface="Verdana"/>
                <a:ea typeface="Verdana"/>
                <a:cs typeface="Verdana"/>
                <a:sym typeface="Verdana"/>
              </a:defRPr>
            </a:lvl2pPr>
            <a:lvl3pPr marL="1371600" lvl="2" indent="-260350" algn="r" rtl="0">
              <a:lnSpc>
                <a:spcPct val="115000"/>
              </a:lnSpc>
              <a:spcBef>
                <a:spcPts val="0"/>
              </a:spcBef>
              <a:spcAft>
                <a:spcPts val="0"/>
              </a:spcAft>
              <a:buSzPts val="500"/>
              <a:buFont typeface="Verdana"/>
              <a:buChar char="■"/>
              <a:defRPr sz="500">
                <a:latin typeface="Verdana"/>
                <a:ea typeface="Verdana"/>
                <a:cs typeface="Verdana"/>
                <a:sym typeface="Verdana"/>
              </a:defRPr>
            </a:lvl3pPr>
            <a:lvl4pPr marL="1828800" lvl="3" indent="-260350" algn="r" rtl="0">
              <a:lnSpc>
                <a:spcPct val="115000"/>
              </a:lnSpc>
              <a:spcBef>
                <a:spcPts val="0"/>
              </a:spcBef>
              <a:spcAft>
                <a:spcPts val="0"/>
              </a:spcAft>
              <a:buSzPts val="500"/>
              <a:buFont typeface="Verdana"/>
              <a:buChar char="●"/>
              <a:defRPr sz="500">
                <a:latin typeface="Verdana"/>
                <a:ea typeface="Verdana"/>
                <a:cs typeface="Verdana"/>
                <a:sym typeface="Verdana"/>
              </a:defRPr>
            </a:lvl4pPr>
            <a:lvl5pPr marL="2286000" lvl="4" indent="-260350" algn="r" rtl="0">
              <a:lnSpc>
                <a:spcPct val="115000"/>
              </a:lnSpc>
              <a:spcBef>
                <a:spcPts val="0"/>
              </a:spcBef>
              <a:spcAft>
                <a:spcPts val="0"/>
              </a:spcAft>
              <a:buSzPts val="500"/>
              <a:buFont typeface="Verdana"/>
              <a:buChar char="○"/>
              <a:defRPr sz="500">
                <a:latin typeface="Verdana"/>
                <a:ea typeface="Verdana"/>
                <a:cs typeface="Verdana"/>
                <a:sym typeface="Verdana"/>
              </a:defRPr>
            </a:lvl5pPr>
            <a:lvl6pPr marL="2743200" lvl="5" indent="-260350" algn="r" rtl="0">
              <a:lnSpc>
                <a:spcPct val="115000"/>
              </a:lnSpc>
              <a:spcBef>
                <a:spcPts val="0"/>
              </a:spcBef>
              <a:spcAft>
                <a:spcPts val="0"/>
              </a:spcAft>
              <a:buSzPts val="500"/>
              <a:buFont typeface="Verdana"/>
              <a:buChar char="■"/>
              <a:defRPr sz="500">
                <a:latin typeface="Verdana"/>
                <a:ea typeface="Verdana"/>
                <a:cs typeface="Verdana"/>
                <a:sym typeface="Verdana"/>
              </a:defRPr>
            </a:lvl6pPr>
            <a:lvl7pPr marL="3200400" lvl="6" indent="-260350" algn="r" rtl="0">
              <a:lnSpc>
                <a:spcPct val="115000"/>
              </a:lnSpc>
              <a:spcBef>
                <a:spcPts val="0"/>
              </a:spcBef>
              <a:spcAft>
                <a:spcPts val="0"/>
              </a:spcAft>
              <a:buSzPts val="500"/>
              <a:buFont typeface="Verdana"/>
              <a:buChar char="●"/>
              <a:defRPr sz="500">
                <a:latin typeface="Verdana"/>
                <a:ea typeface="Verdana"/>
                <a:cs typeface="Verdana"/>
                <a:sym typeface="Verdana"/>
              </a:defRPr>
            </a:lvl7pPr>
            <a:lvl8pPr marL="3657600" lvl="7" indent="-260350" algn="r" rtl="0">
              <a:lnSpc>
                <a:spcPct val="115000"/>
              </a:lnSpc>
              <a:spcBef>
                <a:spcPts val="0"/>
              </a:spcBef>
              <a:spcAft>
                <a:spcPts val="0"/>
              </a:spcAft>
              <a:buSzPts val="500"/>
              <a:buFont typeface="Verdana"/>
              <a:buChar char="○"/>
              <a:defRPr sz="500">
                <a:latin typeface="Verdana"/>
                <a:ea typeface="Verdana"/>
                <a:cs typeface="Verdana"/>
                <a:sym typeface="Verdana"/>
              </a:defRPr>
            </a:lvl8pPr>
            <a:lvl9pPr marL="4114800" lvl="8" indent="-260350" algn="r" rtl="0">
              <a:lnSpc>
                <a:spcPct val="115000"/>
              </a:lnSpc>
              <a:spcBef>
                <a:spcPts val="0"/>
              </a:spcBef>
              <a:spcAft>
                <a:spcPts val="0"/>
              </a:spcAft>
              <a:buSzPts val="500"/>
              <a:buFont typeface="Verdana"/>
              <a:buChar char="■"/>
              <a:defRPr sz="500">
                <a:latin typeface="Verdana"/>
                <a:ea typeface="Verdana"/>
                <a:cs typeface="Verdana"/>
                <a:sym typeface="Verdana"/>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blipFill>
          <a:blip r:embed="rId15">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rmAutofit/>
          </a:bodyPr>
          <a:lstStyle>
            <a:lvl1pPr marL="457200" lvl="0"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a:bodyPr>
          <a:lstStyle/>
          <a:p>
            <a:r>
              <a:t> </a:t>
            </a:r>
          </a:p>
        </p:txBody>
      </p:sp>
      <p:sp>
        <p:nvSpPr>
          <p:cNvPr id="4" name="Subtitle 3"/>
          <p:cNvSpPr>
            <a:spLocks noGrp="1"/>
          </p:cNvSpPr>
          <p:nvPr>
            <p:ph type="subTitle" idx="2"/>
          </p:nvPr>
        </p:nvSpPr>
        <p:spPr/>
        <p:txBody>
          <a:bodyPr>
            <a:normAutofit/>
          </a:bodyPr>
          <a:lstStyle/>
          <a:p>
            <a:r>
              <a:t> </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FFFFFF"/>
                </a:solidFill>
                <a:latin typeface="Proxima Nova"/>
              </a:defRPr>
            </a:pPr>
          </a:p>
        </p:txBody>
      </p:sp>
      <p:sp>
        <p:nvSpPr>
          <p:cNvPr id="7" name="Rectangle 6"/>
          <p:cNvSpPr/>
          <p:nvPr/>
        </p:nvSpPr>
        <p:spPr>
          <a:xfrm>
            <a:off x="228600" y="1508670"/>
            <a:ext cx="8686800"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636198" cy="209996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2177653"/>
            <a:ext cx="8636198" cy="7620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2177653"/>
            <a:ext cx="8636198" cy="762000"/>
          </a:xfrm>
          <a:prstGeom prst="rect">
            <a:avLst/>
          </a:prstGeom>
          <a:noFill/>
          <a:ln>
            <a:noFill/>
          </a:ln>
        </p:spPr>
        <p:txBody>
          <a:bodyPr wrap="square" bIns="0" lIns="0" rIns="0" tIns="0" anchor="t">
            <a:spAutoFit/>
          </a:bodyPr>
          <a:lstStyle/>
          <a:p>
            <a:pPr algn="ctr"/>
            <a:r>
              <a:rPr b="0" i="0" sz="3000">
                <a:solidFill>
                  <a:srgbClr val="000000"/>
                </a:solidFill>
                <a:latin typeface="Verdana"/>
              </a:rPr>
              <a:t>MedRAG: Bridging the Post-Training Knowledge Gap in Efficient LLMs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a:bodyPr>
          <a:lstStyle/>
          <a:p>
            <a:r>
              <a:t>Agenda</a:t>
            </a:r>
          </a:p>
        </p:txBody>
      </p:sp>
      <p:sp>
        <p:nvSpPr>
          <p:cNvPr id="4" name="Subtitle 3"/>
          <p:cNvSpPr>
            <a:spLocks noGrp="1"/>
          </p:cNvSpPr>
          <p:nvPr>
            <p:ph type="subTitle" idx="2"/>
          </p:nvPr>
        </p:nvSpPr>
        <p:spPr/>
        <p:txBody>
          <a:bodyPr>
            <a:normAutofit/>
          </a:bodyPr>
          <a:lstStyle/>
          <a:p>
            <a:r>
              <a:t> </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FFFFFF"/>
                </a:solidFill>
                <a:latin typeface="Proxima Nova"/>
              </a:defRPr>
            </a:pPr>
          </a:p>
        </p:txBody>
      </p:sp>
      <p:sp>
        <p:nvSpPr>
          <p:cNvPr id="7" name="Rectangle 6"/>
          <p:cNvSpPr/>
          <p:nvPr/>
        </p:nvSpPr>
        <p:spPr>
          <a:xfrm>
            <a:off x="228600" y="1508670"/>
            <a:ext cx="8686800"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822870"/>
            <a:ext cx="8636198" cy="38780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822870"/>
            <a:ext cx="8636198"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822870"/>
            <a:ext cx="230981"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822870"/>
            <a:ext cx="230981" cy="266700"/>
          </a:xfrm>
          <a:prstGeom prst="rect">
            <a:avLst/>
          </a:prstGeom>
          <a:noFill/>
          <a:ln>
            <a:noFill/>
          </a:ln>
        </p:spPr>
        <p:txBody>
          <a:bodyPr wrap="square" bIns="0" lIns="0" rIns="0" tIns="0" anchor="t">
            <a:spAutoFit/>
          </a:bodyPr>
          <a:lstStyle/>
          <a:p>
            <a:pPr algn="r"/>
            <a:r>
              <a:rPr b="0" i="0" sz="1400">
                <a:solidFill>
                  <a:srgbClr val="FFFFFF"/>
                </a:solidFill>
                <a:latin typeface="Verdana"/>
              </a:rPr>
              <a:t>1</a:t>
            </a:r>
          </a:p>
        </p:txBody>
      </p:sp>
      <p:sp>
        <p:nvSpPr>
          <p:cNvPr id="13" name="Rectangle 12"/>
          <p:cNvSpPr/>
          <p:nvPr/>
        </p:nvSpPr>
        <p:spPr>
          <a:xfrm>
            <a:off x="717351" y="822870"/>
            <a:ext cx="8147446"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351" y="822870"/>
            <a:ext cx="8147446" cy="266700"/>
          </a:xfrm>
          <a:prstGeom prst="rect">
            <a:avLst/>
          </a:prstGeom>
          <a:noFill/>
          <a:ln>
            <a:noFill/>
          </a:ln>
        </p:spPr>
        <p:txBody>
          <a:bodyPr wrap="square" bIns="0" lIns="0" rIns="0" tIns="0" anchor="t">
            <a:spAutoFit/>
          </a:bodyPr>
          <a:lstStyle/>
          <a:p>
            <a:pPr algn="l"/>
            <a:r>
              <a:rPr b="0" i="0" sz="1400">
                <a:solidFill>
                  <a:srgbClr val="FFFFFF"/>
                </a:solidFill>
                <a:latin typeface="Verdana"/>
              </a:rPr>
              <a:t>Title Slide (The Challenge)</a:t>
            </a:r>
          </a:p>
        </p:txBody>
      </p:sp>
      <p:sp>
        <p:nvSpPr>
          <p:cNvPr id="15" name="Rectangle 14"/>
          <p:cNvSpPr/>
          <p:nvPr/>
        </p:nvSpPr>
        <p:spPr>
          <a:xfrm>
            <a:off x="228600" y="1178421"/>
            <a:ext cx="8636198"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 y="1178421"/>
            <a:ext cx="230981"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1178421"/>
            <a:ext cx="230981" cy="266700"/>
          </a:xfrm>
          <a:prstGeom prst="rect">
            <a:avLst/>
          </a:prstGeom>
          <a:noFill/>
          <a:ln>
            <a:noFill/>
          </a:ln>
        </p:spPr>
        <p:txBody>
          <a:bodyPr wrap="square" bIns="0" lIns="0" rIns="0" tIns="0" anchor="t">
            <a:spAutoFit/>
          </a:bodyPr>
          <a:lstStyle/>
          <a:p>
            <a:pPr algn="r"/>
            <a:r>
              <a:rPr b="0" i="0" sz="1400">
                <a:solidFill>
                  <a:srgbClr val="FFFFFF"/>
                </a:solidFill>
                <a:latin typeface="Verdana"/>
              </a:rPr>
              <a:t>2</a:t>
            </a:r>
          </a:p>
        </p:txBody>
      </p:sp>
      <p:sp>
        <p:nvSpPr>
          <p:cNvPr id="18" name="Rectangle 17"/>
          <p:cNvSpPr/>
          <p:nvPr/>
        </p:nvSpPr>
        <p:spPr>
          <a:xfrm>
            <a:off x="717351" y="1178421"/>
            <a:ext cx="8147446"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7351" y="1178421"/>
            <a:ext cx="8147446" cy="266700"/>
          </a:xfrm>
          <a:prstGeom prst="rect">
            <a:avLst/>
          </a:prstGeom>
          <a:noFill/>
          <a:ln>
            <a:noFill/>
          </a:ln>
        </p:spPr>
        <p:txBody>
          <a:bodyPr wrap="square" bIns="0" lIns="0" rIns="0" tIns="0" anchor="t">
            <a:spAutoFit/>
          </a:bodyPr>
          <a:lstStyle/>
          <a:p>
            <a:pPr algn="l"/>
            <a:r>
              <a:rPr b="0" i="0" sz="1400">
                <a:solidFill>
                  <a:srgbClr val="FFFFFF"/>
                </a:solidFill>
                <a:latin typeface="Verdana"/>
              </a:rPr>
              <a:t>The Core Problem (Motivation)</a:t>
            </a:r>
          </a:p>
        </p:txBody>
      </p:sp>
      <p:sp>
        <p:nvSpPr>
          <p:cNvPr id="20" name="Rectangle 19"/>
          <p:cNvSpPr/>
          <p:nvPr/>
        </p:nvSpPr>
        <p:spPr>
          <a:xfrm>
            <a:off x="228600" y="1533971"/>
            <a:ext cx="8636198"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 y="1533971"/>
            <a:ext cx="230981"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8600" y="1533971"/>
            <a:ext cx="230981" cy="266700"/>
          </a:xfrm>
          <a:prstGeom prst="rect">
            <a:avLst/>
          </a:prstGeom>
          <a:noFill/>
          <a:ln>
            <a:noFill/>
          </a:ln>
        </p:spPr>
        <p:txBody>
          <a:bodyPr wrap="square" bIns="0" lIns="0" rIns="0" tIns="0" anchor="t">
            <a:spAutoFit/>
          </a:bodyPr>
          <a:lstStyle/>
          <a:p>
            <a:pPr algn="r"/>
            <a:r>
              <a:rPr b="0" i="0" sz="1400">
                <a:solidFill>
                  <a:srgbClr val="FFFFFF"/>
                </a:solidFill>
                <a:latin typeface="Verdana"/>
              </a:rPr>
              <a:t>3</a:t>
            </a:r>
          </a:p>
        </p:txBody>
      </p:sp>
      <p:sp>
        <p:nvSpPr>
          <p:cNvPr id="23" name="Rectangle 22"/>
          <p:cNvSpPr/>
          <p:nvPr/>
        </p:nvSpPr>
        <p:spPr>
          <a:xfrm>
            <a:off x="717351" y="1533971"/>
            <a:ext cx="8147446"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7351" y="1533971"/>
            <a:ext cx="8147446" cy="266700"/>
          </a:xfrm>
          <a:prstGeom prst="rect">
            <a:avLst/>
          </a:prstGeom>
          <a:noFill/>
          <a:ln>
            <a:noFill/>
          </a:ln>
        </p:spPr>
        <p:txBody>
          <a:bodyPr wrap="square" bIns="0" lIns="0" rIns="0" tIns="0" anchor="t">
            <a:spAutoFit/>
          </a:bodyPr>
          <a:lstStyle/>
          <a:p>
            <a:pPr algn="l"/>
            <a:r>
              <a:rPr b="0" i="0" sz="1400">
                <a:solidFill>
                  <a:srgbClr val="FFFFFF"/>
                </a:solidFill>
                <a:latin typeface="Verdana"/>
              </a:rPr>
              <a:t>Solution &amp; Novelty (The MedRAG Difference)</a:t>
            </a:r>
          </a:p>
        </p:txBody>
      </p:sp>
      <p:sp>
        <p:nvSpPr>
          <p:cNvPr id="25" name="Rectangle 24"/>
          <p:cNvSpPr/>
          <p:nvPr/>
        </p:nvSpPr>
        <p:spPr>
          <a:xfrm>
            <a:off x="228600" y="1889521"/>
            <a:ext cx="8636198"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28600" y="1889521"/>
            <a:ext cx="230981"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8600" y="1889521"/>
            <a:ext cx="230981" cy="266700"/>
          </a:xfrm>
          <a:prstGeom prst="rect">
            <a:avLst/>
          </a:prstGeom>
          <a:noFill/>
          <a:ln>
            <a:noFill/>
          </a:ln>
        </p:spPr>
        <p:txBody>
          <a:bodyPr wrap="square" bIns="0" lIns="0" rIns="0" tIns="0" anchor="t">
            <a:spAutoFit/>
          </a:bodyPr>
          <a:lstStyle/>
          <a:p>
            <a:pPr algn="r"/>
            <a:r>
              <a:rPr b="0" i="0" sz="1400">
                <a:solidFill>
                  <a:srgbClr val="FFFFFF"/>
                </a:solidFill>
                <a:latin typeface="Verdana"/>
              </a:rPr>
              <a:t>4</a:t>
            </a:r>
          </a:p>
        </p:txBody>
      </p:sp>
      <p:sp>
        <p:nvSpPr>
          <p:cNvPr id="28" name="Rectangle 27"/>
          <p:cNvSpPr/>
          <p:nvPr/>
        </p:nvSpPr>
        <p:spPr>
          <a:xfrm>
            <a:off x="717351" y="1889521"/>
            <a:ext cx="8147446"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7351" y="1889521"/>
            <a:ext cx="8147446" cy="266700"/>
          </a:xfrm>
          <a:prstGeom prst="rect">
            <a:avLst/>
          </a:prstGeom>
          <a:noFill/>
          <a:ln>
            <a:noFill/>
          </a:ln>
        </p:spPr>
        <p:txBody>
          <a:bodyPr wrap="square" bIns="0" lIns="0" rIns="0" tIns="0" anchor="t">
            <a:spAutoFit/>
          </a:bodyPr>
          <a:lstStyle/>
          <a:p>
            <a:pPr algn="l"/>
            <a:r>
              <a:rPr b="0" i="0" sz="1400">
                <a:solidFill>
                  <a:srgbClr val="FFFFFF"/>
                </a:solidFill>
                <a:latin typeface="Verdana"/>
              </a:rPr>
              <a:t>The MedRAG Pipeline (Methodology Diagram)</a:t>
            </a:r>
          </a:p>
        </p:txBody>
      </p:sp>
      <p:sp>
        <p:nvSpPr>
          <p:cNvPr id="30" name="Rectangle 29"/>
          <p:cNvSpPr/>
          <p:nvPr/>
        </p:nvSpPr>
        <p:spPr>
          <a:xfrm>
            <a:off x="228600" y="2245072"/>
            <a:ext cx="8636198"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28600" y="2245072"/>
            <a:ext cx="230981"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8600" y="2245072"/>
            <a:ext cx="230981" cy="266700"/>
          </a:xfrm>
          <a:prstGeom prst="rect">
            <a:avLst/>
          </a:prstGeom>
          <a:noFill/>
          <a:ln>
            <a:noFill/>
          </a:ln>
        </p:spPr>
        <p:txBody>
          <a:bodyPr wrap="square" bIns="0" lIns="0" rIns="0" tIns="0" anchor="t">
            <a:spAutoFit/>
          </a:bodyPr>
          <a:lstStyle/>
          <a:p>
            <a:pPr algn="r"/>
            <a:r>
              <a:rPr b="0" i="0" sz="1400">
                <a:solidFill>
                  <a:srgbClr val="FFFFFF"/>
                </a:solidFill>
                <a:latin typeface="Verdana"/>
              </a:rPr>
              <a:t>5</a:t>
            </a:r>
          </a:p>
        </p:txBody>
      </p:sp>
      <p:sp>
        <p:nvSpPr>
          <p:cNvPr id="33" name="Rectangle 32"/>
          <p:cNvSpPr/>
          <p:nvPr/>
        </p:nvSpPr>
        <p:spPr>
          <a:xfrm>
            <a:off x="717351" y="2245072"/>
            <a:ext cx="8147446"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7351" y="2245072"/>
            <a:ext cx="8147446" cy="266700"/>
          </a:xfrm>
          <a:prstGeom prst="rect">
            <a:avLst/>
          </a:prstGeom>
          <a:noFill/>
          <a:ln>
            <a:noFill/>
          </a:ln>
        </p:spPr>
        <p:txBody>
          <a:bodyPr wrap="square" bIns="0" lIns="0" rIns="0" tIns="0" anchor="t">
            <a:spAutoFit/>
          </a:bodyPr>
          <a:lstStyle/>
          <a:p>
            <a:pPr algn="l"/>
            <a:r>
              <a:rPr b="0" i="0" sz="1400">
                <a:solidFill>
                  <a:srgbClr val="FFFFFF"/>
                </a:solidFill>
                <a:latin typeface="Verdana"/>
              </a:rPr>
              <a:t>Performance Metrics (Quantitative Results)</a:t>
            </a:r>
          </a:p>
        </p:txBody>
      </p:sp>
      <p:sp>
        <p:nvSpPr>
          <p:cNvPr id="35" name="Rectangle 34"/>
          <p:cNvSpPr/>
          <p:nvPr/>
        </p:nvSpPr>
        <p:spPr>
          <a:xfrm>
            <a:off x="228600" y="2600622"/>
            <a:ext cx="8636198"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28600" y="2600622"/>
            <a:ext cx="230981"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8600" y="2600622"/>
            <a:ext cx="230981" cy="266700"/>
          </a:xfrm>
          <a:prstGeom prst="rect">
            <a:avLst/>
          </a:prstGeom>
          <a:noFill/>
          <a:ln>
            <a:noFill/>
          </a:ln>
        </p:spPr>
        <p:txBody>
          <a:bodyPr wrap="square" bIns="0" lIns="0" rIns="0" tIns="0" anchor="t">
            <a:spAutoFit/>
          </a:bodyPr>
          <a:lstStyle/>
          <a:p>
            <a:pPr algn="r"/>
            <a:r>
              <a:rPr b="0" i="0" sz="1400">
                <a:solidFill>
                  <a:srgbClr val="FFFFFF"/>
                </a:solidFill>
                <a:latin typeface="Verdana"/>
              </a:rPr>
              <a:t>6</a:t>
            </a:r>
          </a:p>
        </p:txBody>
      </p:sp>
      <p:sp>
        <p:nvSpPr>
          <p:cNvPr id="38" name="Rectangle 37"/>
          <p:cNvSpPr/>
          <p:nvPr/>
        </p:nvSpPr>
        <p:spPr>
          <a:xfrm>
            <a:off x="717351" y="2600622"/>
            <a:ext cx="8147446"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7351" y="2600622"/>
            <a:ext cx="8147446" cy="266700"/>
          </a:xfrm>
          <a:prstGeom prst="rect">
            <a:avLst/>
          </a:prstGeom>
          <a:noFill/>
          <a:ln>
            <a:noFill/>
          </a:ln>
        </p:spPr>
        <p:txBody>
          <a:bodyPr wrap="square" bIns="0" lIns="0" rIns="0" tIns="0" anchor="t">
            <a:spAutoFit/>
          </a:bodyPr>
          <a:lstStyle/>
          <a:p>
            <a:pPr algn="l"/>
            <a:r>
              <a:rPr b="0" i="0" sz="1400">
                <a:solidFill>
                  <a:srgbClr val="FFFFFF"/>
                </a:solidFill>
                <a:latin typeface="Verdana"/>
              </a:rPr>
              <a:t>Conclusion and Future Work</a:t>
            </a:r>
          </a:p>
        </p:txBody>
      </p:sp>
      <p:sp>
        <p:nvSpPr>
          <p:cNvPr id="40" name="Rectangle 39"/>
          <p:cNvSpPr/>
          <p:nvPr/>
        </p:nvSpPr>
        <p:spPr>
          <a:xfrm>
            <a:off x="228600" y="2956173"/>
            <a:ext cx="8636198"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28600" y="2956173"/>
            <a:ext cx="230981"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8600" y="2956173"/>
            <a:ext cx="230981" cy="266700"/>
          </a:xfrm>
          <a:prstGeom prst="rect">
            <a:avLst/>
          </a:prstGeom>
          <a:noFill/>
          <a:ln>
            <a:noFill/>
          </a:ln>
        </p:spPr>
        <p:txBody>
          <a:bodyPr wrap="square" bIns="0" lIns="0" rIns="0" tIns="0" anchor="t">
            <a:spAutoFit/>
          </a:bodyPr>
          <a:lstStyle/>
          <a:p>
            <a:pPr algn="r"/>
            <a:r>
              <a:rPr b="0" i="0" sz="1400">
                <a:solidFill>
                  <a:srgbClr val="FFFFFF"/>
                </a:solidFill>
                <a:latin typeface="Verdana"/>
              </a:rPr>
              <a:t>7</a:t>
            </a:r>
          </a:p>
        </p:txBody>
      </p:sp>
      <p:sp>
        <p:nvSpPr>
          <p:cNvPr id="43" name="Rectangle 42"/>
          <p:cNvSpPr/>
          <p:nvPr/>
        </p:nvSpPr>
        <p:spPr>
          <a:xfrm>
            <a:off x="717351" y="2956173"/>
            <a:ext cx="8147446"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17351" y="2956173"/>
            <a:ext cx="8147446" cy="266700"/>
          </a:xfrm>
          <a:prstGeom prst="rect">
            <a:avLst/>
          </a:prstGeom>
          <a:noFill/>
          <a:ln>
            <a:noFill/>
          </a:ln>
        </p:spPr>
        <p:txBody>
          <a:bodyPr wrap="square" bIns="0" lIns="0" rIns="0" tIns="0" anchor="t">
            <a:spAutoFit/>
          </a:bodyPr>
          <a:lstStyle/>
          <a:p>
            <a:pPr algn="l"/>
            <a:r>
              <a:rPr b="0" i="0" sz="1400">
                <a:solidFill>
                  <a:srgbClr val="FFFFFF"/>
                </a:solidFill>
                <a:latin typeface="Verdana"/>
              </a:rPr>
              <a:t>Implications for AI in Healthcare</a:t>
            </a:r>
          </a:p>
        </p:txBody>
      </p:sp>
      <p:sp>
        <p:nvSpPr>
          <p:cNvPr id="45" name="Rectangle 44"/>
          <p:cNvSpPr/>
          <p:nvPr/>
        </p:nvSpPr>
        <p:spPr>
          <a:xfrm>
            <a:off x="228600" y="3311723"/>
            <a:ext cx="8636198"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28600" y="3311723"/>
            <a:ext cx="230981"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8600" y="3311723"/>
            <a:ext cx="230981" cy="266700"/>
          </a:xfrm>
          <a:prstGeom prst="rect">
            <a:avLst/>
          </a:prstGeom>
          <a:noFill/>
          <a:ln>
            <a:noFill/>
          </a:ln>
        </p:spPr>
        <p:txBody>
          <a:bodyPr wrap="square" bIns="0" lIns="0" rIns="0" tIns="0" anchor="t">
            <a:spAutoFit/>
          </a:bodyPr>
          <a:lstStyle/>
          <a:p>
            <a:pPr algn="r"/>
            <a:r>
              <a:rPr b="0" i="0" sz="1400">
                <a:solidFill>
                  <a:srgbClr val="FFFFFF"/>
                </a:solidFill>
                <a:latin typeface="Verdana"/>
              </a:rPr>
              <a:t>8</a:t>
            </a:r>
          </a:p>
        </p:txBody>
      </p:sp>
      <p:sp>
        <p:nvSpPr>
          <p:cNvPr id="48" name="Rectangle 47"/>
          <p:cNvSpPr/>
          <p:nvPr/>
        </p:nvSpPr>
        <p:spPr>
          <a:xfrm>
            <a:off x="717351" y="3311723"/>
            <a:ext cx="8147446" cy="2667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7351" y="3311723"/>
            <a:ext cx="8147446" cy="266700"/>
          </a:xfrm>
          <a:prstGeom prst="rect">
            <a:avLst/>
          </a:prstGeom>
          <a:noFill/>
          <a:ln>
            <a:noFill/>
          </a:ln>
        </p:spPr>
        <p:txBody>
          <a:bodyPr wrap="square" bIns="0" lIns="0" rIns="0" tIns="0" anchor="t">
            <a:spAutoFit/>
          </a:bodyPr>
          <a:lstStyle/>
          <a:p>
            <a:pPr algn="l"/>
            <a:r>
              <a:rPr b="0" i="0" sz="1400">
                <a:solidFill>
                  <a:srgbClr val="FFFFFF"/>
                </a:solidFill>
                <a:latin typeface="Verdana"/>
              </a:rPr>
              <a:t>Q&amp;A Session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a:bodyPr>
          <a:lstStyle/>
          <a:p>
            <a:r>
              <a:t>MedRAG: Bridging the Post-Training Knowledge Gap in Efficient LLMs</a:t>
            </a:r>
          </a:p>
        </p:txBody>
      </p:sp>
      <p:sp>
        <p:nvSpPr>
          <p:cNvPr id="4" name="Subtitle 3"/>
          <p:cNvSpPr>
            <a:spLocks noGrp="1"/>
          </p:cNvSpPr>
          <p:nvPr>
            <p:ph type="subTitle" idx="2"/>
          </p:nvPr>
        </p:nvSpPr>
        <p:spPr/>
        <p:txBody>
          <a:bodyPr>
            <a:normAutofit/>
          </a:bodyPr>
          <a:lstStyle/>
          <a:p>
            <a:r>
              <a:t>A Hybrid RAG Pipeline for Current AI+Healthcare Research Intelligence (2023–2025)</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FFFFFF"/>
                </a:solidFill>
                <a:latin typeface="Proxima Nova"/>
              </a:defRPr>
            </a:pPr>
          </a:p>
        </p:txBody>
      </p:sp>
      <p:sp>
        <p:nvSpPr>
          <p:cNvPr id="7" name="Rectangle 6"/>
          <p:cNvSpPr/>
          <p:nvPr/>
        </p:nvSpPr>
        <p:spPr>
          <a:xfrm>
            <a:off x="228600" y="1508670"/>
            <a:ext cx="8686800"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8636198" cy="3193256"/>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508670"/>
            <a:ext cx="8636198" cy="3193256"/>
          </a:xfrm>
          <a:prstGeom prst="rect">
            <a:avLst/>
          </a:prstGeom>
          <a:noFill/>
          <a:ln>
            <a:noFill/>
          </a:ln>
        </p:spPr>
        <p:txBody>
          <a:bodyPr wrap="square" bIns="190500" lIns="165100" rIns="0" tIns="0" anchor="t">
            <a:spAutoFit/>
          </a:bodyPr>
          <a:lstStyle/>
          <a:p>
            <a:pPr algn="l" marL="228600" indent="-91440">
              <a:spcBef>
                <a:spcPts val="0"/>
              </a:spcBef>
              <a:spcAft>
                <a:spcPts val="1000"/>
              </a:spcAft>
              <a:buSzPct val="77777"/>
              <a:buFont typeface="Arial"/>
              <a:buChar char="•"/>
            </a:pPr>
            <a:r>
              <a:rPr b="1" i="0" sz="1000">
                <a:solidFill>
                  <a:srgbClr val="FFFFFF"/>
                </a:solidFill>
                <a:latin typeface="Verdana"/>
              </a:rPr>
              <a:t>Integrated Research Intelligence:</a:t>
            </a:r>
            <a:r>
              <a:rPr b="0" i="0" sz="1000">
                <a:solidFill>
                  <a:srgbClr val="FFFFFF"/>
                </a:solidFill>
                <a:latin typeface="Verdana"/>
              </a:rPr>
              <a:t> Research intelligence systems play a pivotal role in accelerating scientific discovery, yet there is a notable scarcity of solutions that provide integrated, up-to-date, and cross-domain analysis tailored for specialized fields such as AI and healthcare. MedRAG addresses this gap by offering a comprehensive framework that synthesizes diverse research insights.</a:t>
            </a:r>
          </a:p>
          <a:p>
            <a:pPr lvl="1" algn="l" marL="228600" indent="-91440">
              <a:spcBef>
                <a:spcPts val="0"/>
              </a:spcBef>
              <a:spcAft>
                <a:spcPts val="1000"/>
              </a:spcAft>
              <a:buSzPct val="77777"/>
              <a:buFont typeface="Arial"/>
              <a:buChar char="•"/>
            </a:pPr>
            <a:r>
              <a:rPr b="1" i="0" sz="1000">
                <a:solidFill>
                  <a:srgbClr val="FFFFFF"/>
                </a:solidFill>
                <a:latin typeface="Verdana"/>
              </a:rPr>
              <a:t>Resource-Efficient Hybrid Architecture:</a:t>
            </a:r>
            <a:r>
              <a:rPr b="0" i="0" sz="1000">
                <a:solidFill>
                  <a:srgbClr val="FFFFFF"/>
                </a:solidFill>
                <a:latin typeface="Verdana"/>
              </a:rPr>
              <a:t> MedRAG is built on a resource-efficient hybrid Retrieval-Augmented Generation (RAG) pipeline, meticulously designed to empower researchers. It leverages a curated vector store containing 100,000 multi-source AI and healthcare research papers published between 2023 and 2025, ensuring that users have access to the most relevant and current information.</a:t>
            </a:r>
          </a:p>
          <a:p>
            <a:pPr lvl="1" algn="l" marL="228600" indent="-91440">
              <a:spcBef>
                <a:spcPts val="0"/>
              </a:spcBef>
              <a:spcAft>
                <a:spcPts val="1000"/>
              </a:spcAft>
              <a:buSzPct val="77777"/>
              <a:buFont typeface="Arial"/>
              <a:buChar char="•"/>
            </a:pPr>
            <a:r>
              <a:rPr b="1" i="0" sz="1000">
                <a:solidFill>
                  <a:srgbClr val="FFFFFF"/>
                </a:solidFill>
                <a:latin typeface="Verdana"/>
              </a:rPr>
              <a:t>Multi-Stage Processing:</a:t>
            </a:r>
            <a:r>
              <a:rPr b="0" i="0" sz="1000">
                <a:solidFill>
                  <a:srgbClr val="FFFFFF"/>
                </a:solidFill>
                <a:latin typeface="Verdana"/>
              </a:rPr>
              <a:t> The architecture of MedRAG employs a multi-stage processing approach, utilizing a FAISS index for real-time evidence retrieval, Flan-T5-Large as a Fusion-in-Decoder synthesizer, and the Gemma-2B model for narrative enhancement. This layered methodology enhances the quality and relevance of generated responses to complex research queries.</a:t>
            </a:r>
          </a:p>
          <a:p>
            <a:pPr lvl="1" algn="l" marL="228600" indent="-91440">
              <a:spcBef>
                <a:spcPts val="0"/>
              </a:spcBef>
              <a:spcAft>
                <a:spcPts val="0"/>
              </a:spcAft>
              <a:buSzPct val="77777"/>
              <a:buFont typeface="Arial"/>
              <a:buChar char="•"/>
            </a:pPr>
            <a:r>
              <a:rPr b="1" i="0" sz="1000">
                <a:solidFill>
                  <a:srgbClr val="FFFFFF"/>
                </a:solidFill>
                <a:latin typeface="Verdana"/>
              </a:rPr>
              <a:t>Quantitative Validation and Safety:</a:t>
            </a:r>
            <a:r>
              <a:rPr b="0" i="0" sz="1000">
                <a:solidFill>
                  <a:srgbClr val="FFFFFF"/>
                </a:solidFill>
                <a:latin typeface="Verdana"/>
              </a:rPr>
              <a:t> Quantitative benchmarks demonstrate that MedRAG achieves a remarkable 22.9% improvement in overall quality scores compared to the FiD-only baseline. Additionally, the integrated Medical Validator Agent ensures responsible AI practices, achieving an impressive safety score of 0.71 out of 1.0, thereby reinforcing the system's reliability in sensitive healthcare contexts.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a:bodyPr>
          <a:lstStyle/>
          <a:p>
            <a:r>
              <a:t>The Core Problem (Motivation)</a:t>
            </a:r>
          </a:p>
        </p:txBody>
      </p:sp>
      <p:sp>
        <p:nvSpPr>
          <p:cNvPr id="4" name="Subtitle 3"/>
          <p:cNvSpPr>
            <a:spLocks noGrp="1"/>
          </p:cNvSpPr>
          <p:nvPr>
            <p:ph type="subTitle" idx="2"/>
          </p:nvPr>
        </p:nvSpPr>
        <p:spPr/>
        <p:txBody>
          <a:bodyPr>
            <a:normAutofit/>
          </a:bodyPr>
          <a:lstStyle/>
          <a:p>
            <a:r>
              <a:t>Understanding the Challenges in LLMs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FFFFFF"/>
                </a:solidFill>
                <a:latin typeface="Proxima Nova"/>
              </a:defRPr>
            </a:pPr>
          </a:p>
        </p:txBody>
      </p:sp>
      <p:sp>
        <p:nvSpPr>
          <p:cNvPr id="7" name="Rectangle 6"/>
          <p:cNvSpPr/>
          <p:nvPr/>
        </p:nvSpPr>
        <p:spPr>
          <a:xfrm>
            <a:off x="228600" y="1508670"/>
            <a:ext cx="8686800"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51967"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51967" y="1508670"/>
            <a:ext cx="304800" cy="304800"/>
          </a:xfrm>
          <a:prstGeom prst="rect">
            <a:avLst/>
          </a:prstGeom>
          <a:noFill/>
          <a:ln>
            <a:noFill/>
          </a:ln>
        </p:spPr>
        <p:txBody>
          <a:bodyPr wrap="square" bIns="0" lIns="0" rIns="0" tIns="0" anchor="t">
            <a:spAutoFit/>
          </a:bodyPr>
          <a:lstStyle/>
          <a:p>
            <a:pPr algn="ctr"/>
          </a:p>
        </p:txBody>
      </p:sp>
      <p:pic>
        <p:nvPicPr>
          <p:cNvPr id="16" name="Picture 15" descr="tmphmzdbqvf.png"/>
          <p:cNvPicPr>
            <a:picLocks noChangeAspect="1"/>
          </p:cNvPicPr>
          <p:nvPr/>
        </p:nvPicPr>
        <p:blipFill>
          <a:blip r:embed="rId2"/>
          <a:stretch>
            <a:fillRect/>
          </a:stretch>
        </p:blipFill>
        <p:spPr>
          <a:xfrm>
            <a:off x="1451967" y="1508670"/>
            <a:ext cx="304800" cy="304800"/>
          </a:xfrm>
          <a:prstGeom prst="rect">
            <a:avLst/>
          </a:prstGeom>
        </p:spPr>
      </p:pic>
      <p:sp>
        <p:nvSpPr>
          <p:cNvPr id="17" name="TextBox 16"/>
          <p:cNvSpPr txBox="1"/>
          <p:nvPr/>
        </p:nvSpPr>
        <p:spPr>
          <a:xfrm>
            <a:off x="228600" y="1927770"/>
            <a:ext cx="2751683" cy="228600"/>
          </a:xfrm>
          <a:prstGeom prst="rect">
            <a:avLst/>
          </a:prstGeom>
          <a:noFill/>
          <a:ln>
            <a:noFill/>
          </a:ln>
        </p:spPr>
        <p:txBody>
          <a:bodyPr wrap="square" bIns="0" lIns="0" rIns="0" tIns="0" anchor="t">
            <a:spAutoFit/>
          </a:bodyPr>
          <a:lstStyle/>
          <a:p>
            <a:pPr algn="ctr"/>
            <a:r>
              <a:rPr b="1" i="0" sz="1300">
                <a:solidFill>
                  <a:srgbClr val="FFFFFF"/>
                </a:solidFill>
                <a:latin typeface="Verdana"/>
              </a:rPr>
              <a:t>Knowledge Obsolescence</a:t>
            </a:r>
          </a:p>
          <a:p>
            <a:pPr algn="ctr">
              <a:spcAft>
                <a:spcPts val="1200"/>
              </a:spcAft>
            </a:pPr>
            <a:r>
              <a:rPr b="0" i="0" sz="1400">
                <a:solidFill>
                  <a:srgbClr val="FFFFFF"/>
                </a:solidFill>
                <a:latin typeface="Verdana"/>
              </a:rPr>
              <a:t>LLMs like Gemma-2B are limited by static knowledge cutoffs, rendering them less effective in rapidly evolving fields such as healthcare.</a:t>
            </a:r>
          </a:p>
        </p:txBody>
      </p:sp>
      <p:sp>
        <p:nvSpPr>
          <p:cNvPr id="18" name="Rectangle 17"/>
          <p:cNvSpPr/>
          <p:nvPr/>
        </p:nvSpPr>
        <p:spPr>
          <a:xfrm>
            <a:off x="3170783"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170783"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170783"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9415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94150" y="1508670"/>
            <a:ext cx="304800" cy="304800"/>
          </a:xfrm>
          <a:prstGeom prst="rect">
            <a:avLst/>
          </a:prstGeom>
          <a:noFill/>
          <a:ln>
            <a:noFill/>
          </a:ln>
        </p:spPr>
        <p:txBody>
          <a:bodyPr wrap="square" bIns="0" lIns="0" rIns="0" tIns="0" anchor="t">
            <a:spAutoFit/>
          </a:bodyPr>
          <a:lstStyle/>
          <a:p>
            <a:pPr algn="ctr"/>
          </a:p>
        </p:txBody>
      </p:sp>
      <p:pic>
        <p:nvPicPr>
          <p:cNvPr id="23" name="Picture 22" descr="tmpuy0ac8ja.png"/>
          <p:cNvPicPr>
            <a:picLocks noChangeAspect="1"/>
          </p:cNvPicPr>
          <p:nvPr/>
        </p:nvPicPr>
        <p:blipFill>
          <a:blip r:embed="rId3"/>
          <a:stretch>
            <a:fillRect/>
          </a:stretch>
        </p:blipFill>
        <p:spPr>
          <a:xfrm>
            <a:off x="4394150" y="1508670"/>
            <a:ext cx="304800" cy="304800"/>
          </a:xfrm>
          <a:prstGeom prst="rect">
            <a:avLst/>
          </a:prstGeom>
        </p:spPr>
      </p:pic>
      <p:sp>
        <p:nvSpPr>
          <p:cNvPr id="24" name="TextBox 23"/>
          <p:cNvSpPr txBox="1"/>
          <p:nvPr/>
        </p:nvSpPr>
        <p:spPr>
          <a:xfrm>
            <a:off x="3170783" y="1927770"/>
            <a:ext cx="2751683" cy="228600"/>
          </a:xfrm>
          <a:prstGeom prst="rect">
            <a:avLst/>
          </a:prstGeom>
          <a:noFill/>
          <a:ln>
            <a:noFill/>
          </a:ln>
        </p:spPr>
        <p:txBody>
          <a:bodyPr wrap="square" bIns="0" lIns="0" rIns="0" tIns="0" anchor="t">
            <a:spAutoFit/>
          </a:bodyPr>
          <a:lstStyle/>
          <a:p>
            <a:pPr algn="ctr"/>
            <a:r>
              <a:rPr b="1" i="0" sz="1300">
                <a:solidFill>
                  <a:srgbClr val="FFFFFF"/>
                </a:solidFill>
                <a:latin typeface="Verdana"/>
              </a:rPr>
              <a:t>Resource Constraints</a:t>
            </a:r>
          </a:p>
          <a:p>
            <a:pPr algn="ctr">
              <a:spcAft>
                <a:spcPts val="1200"/>
              </a:spcAft>
            </a:pPr>
            <a:r>
              <a:rPr b="0" i="0" sz="1400">
                <a:solidFill>
                  <a:srgbClr val="FFFFFF"/>
                </a:solidFill>
                <a:latin typeface="Verdana"/>
              </a:rPr>
              <a:t>The financial and computational costs associated with continuous fine-tuning and retraining of large foundational models can be prohibitive for many organizations.</a:t>
            </a:r>
          </a:p>
        </p:txBody>
      </p:sp>
      <p:sp>
        <p:nvSpPr>
          <p:cNvPr id="25" name="Rectangle 24"/>
          <p:cNvSpPr/>
          <p:nvPr/>
        </p:nvSpPr>
        <p:spPr>
          <a:xfrm>
            <a:off x="6112966"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12966"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12966"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36333"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36333" y="1508670"/>
            <a:ext cx="304800" cy="304800"/>
          </a:xfrm>
          <a:prstGeom prst="rect">
            <a:avLst/>
          </a:prstGeom>
          <a:noFill/>
          <a:ln>
            <a:noFill/>
          </a:ln>
        </p:spPr>
        <p:txBody>
          <a:bodyPr wrap="square" bIns="0" lIns="0" rIns="0" tIns="0" anchor="t">
            <a:spAutoFit/>
          </a:bodyPr>
          <a:lstStyle/>
          <a:p>
            <a:pPr algn="ctr"/>
          </a:p>
        </p:txBody>
      </p:sp>
      <p:pic>
        <p:nvPicPr>
          <p:cNvPr id="30" name="Picture 29" descr="tmp5d5wy56s.png"/>
          <p:cNvPicPr>
            <a:picLocks noChangeAspect="1"/>
          </p:cNvPicPr>
          <p:nvPr/>
        </p:nvPicPr>
        <p:blipFill>
          <a:blip r:embed="rId4"/>
          <a:stretch>
            <a:fillRect/>
          </a:stretch>
        </p:blipFill>
        <p:spPr>
          <a:xfrm>
            <a:off x="7336333" y="1508670"/>
            <a:ext cx="304800" cy="304800"/>
          </a:xfrm>
          <a:prstGeom prst="rect">
            <a:avLst/>
          </a:prstGeom>
        </p:spPr>
      </p:pic>
      <p:sp>
        <p:nvSpPr>
          <p:cNvPr id="31" name="TextBox 30"/>
          <p:cNvSpPr txBox="1"/>
          <p:nvPr/>
        </p:nvSpPr>
        <p:spPr>
          <a:xfrm>
            <a:off x="6112966" y="1927770"/>
            <a:ext cx="2751683" cy="228600"/>
          </a:xfrm>
          <a:prstGeom prst="rect">
            <a:avLst/>
          </a:prstGeom>
          <a:noFill/>
          <a:ln>
            <a:noFill/>
          </a:ln>
        </p:spPr>
        <p:txBody>
          <a:bodyPr wrap="square" bIns="0" lIns="0" rIns="0" tIns="0" anchor="t">
            <a:spAutoFit/>
          </a:bodyPr>
          <a:lstStyle/>
          <a:p>
            <a:pPr algn="ctr"/>
            <a:r>
              <a:rPr b="1" i="0" sz="1300">
                <a:solidFill>
                  <a:srgbClr val="FFFFFF"/>
                </a:solidFill>
                <a:latin typeface="Verdana"/>
              </a:rPr>
              <a:t>Cross-Domain Complexity</a:t>
            </a:r>
          </a:p>
          <a:p>
            <a:pPr algn="ctr">
              <a:spcAft>
                <a:spcPts val="1200"/>
              </a:spcAft>
            </a:pPr>
            <a:r>
              <a:rPr b="0" i="0" sz="1400">
                <a:solidFill>
                  <a:srgbClr val="FFFFFF"/>
                </a:solidFill>
                <a:latin typeface="Verdana"/>
              </a:rPr>
              <a:t>Synthesizing knowledge across diverse scientific domains presents significant challenges, often leading to gaps in understanding and application.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a:bodyPr>
          <a:lstStyle/>
          <a:p>
            <a:r>
              <a:t>Solution &amp; Novelty (The MedRAG Difference)</a:t>
            </a:r>
          </a:p>
        </p:txBody>
      </p:sp>
      <p:sp>
        <p:nvSpPr>
          <p:cNvPr id="4" name="Subtitle 3"/>
          <p:cNvSpPr>
            <a:spLocks noGrp="1"/>
          </p:cNvSpPr>
          <p:nvPr>
            <p:ph type="subTitle" idx="2"/>
          </p:nvPr>
        </p:nvSpPr>
        <p:spPr/>
        <p:txBody>
          <a:bodyPr>
            <a:normAutofit/>
          </a:bodyPr>
          <a:lstStyle/>
          <a:p>
            <a:r>
              <a:t>Introducing MedRAG: A New Paradigm</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FFFFFF"/>
                </a:solidFill>
                <a:latin typeface="Proxima Nova"/>
              </a:defRPr>
            </a:pPr>
          </a:p>
        </p:txBody>
      </p:sp>
      <p:sp>
        <p:nvSpPr>
          <p:cNvPr id="7" name="Rectangle 6"/>
          <p:cNvSpPr/>
          <p:nvPr/>
        </p:nvSpPr>
        <p:spPr>
          <a:xfrm>
            <a:off x="228600" y="1508670"/>
            <a:ext cx="8686800"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51967"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51967" y="1508670"/>
            <a:ext cx="304800" cy="304800"/>
          </a:xfrm>
          <a:prstGeom prst="rect">
            <a:avLst/>
          </a:prstGeom>
          <a:noFill/>
          <a:ln>
            <a:noFill/>
          </a:ln>
        </p:spPr>
        <p:txBody>
          <a:bodyPr wrap="square" bIns="0" lIns="0" rIns="0" tIns="0" anchor="t">
            <a:spAutoFit/>
          </a:bodyPr>
          <a:lstStyle/>
          <a:p>
            <a:pPr algn="ctr"/>
          </a:p>
        </p:txBody>
      </p:sp>
      <p:pic>
        <p:nvPicPr>
          <p:cNvPr id="16" name="Picture 15" descr="tmpfn5nz4ya.png"/>
          <p:cNvPicPr>
            <a:picLocks noChangeAspect="1"/>
          </p:cNvPicPr>
          <p:nvPr/>
        </p:nvPicPr>
        <p:blipFill>
          <a:blip r:embed="rId2"/>
          <a:stretch>
            <a:fillRect/>
          </a:stretch>
        </p:blipFill>
        <p:spPr>
          <a:xfrm>
            <a:off x="1451967" y="1508670"/>
            <a:ext cx="304800" cy="304800"/>
          </a:xfrm>
          <a:prstGeom prst="rect">
            <a:avLst/>
          </a:prstGeom>
        </p:spPr>
      </p:pic>
      <p:sp>
        <p:nvSpPr>
          <p:cNvPr id="17" name="TextBox 16"/>
          <p:cNvSpPr txBox="1"/>
          <p:nvPr/>
        </p:nvSpPr>
        <p:spPr>
          <a:xfrm>
            <a:off x="228600" y="1927770"/>
            <a:ext cx="2751683" cy="426839"/>
          </a:xfrm>
          <a:prstGeom prst="rect">
            <a:avLst/>
          </a:prstGeom>
          <a:noFill/>
          <a:ln>
            <a:noFill/>
          </a:ln>
        </p:spPr>
        <p:txBody>
          <a:bodyPr wrap="square" bIns="0" lIns="0" rIns="0" tIns="0" anchor="t">
            <a:spAutoFit/>
          </a:bodyPr>
          <a:lstStyle/>
          <a:p>
            <a:pPr algn="ctr"/>
            <a:r>
              <a:rPr b="1" i="0" sz="1300">
                <a:solidFill>
                  <a:srgbClr val="FFFFFF"/>
                </a:solidFill>
                <a:latin typeface="Verdana"/>
              </a:rPr>
              <a:t>MedRAG: The Hybrid RAG Architecture</a:t>
            </a:r>
          </a:p>
          <a:p>
            <a:pPr algn="ctr">
              <a:spcAft>
                <a:spcPts val="1200"/>
              </a:spcAft>
            </a:pPr>
            <a:r>
              <a:rPr b="0" i="0" sz="1400">
                <a:solidFill>
                  <a:srgbClr val="FFFFFF"/>
                </a:solidFill>
                <a:latin typeface="Verdana"/>
              </a:rPr>
              <a:t>MedRAG combines retrieval and generation techniques to effectively address the knowledge gap in LLMs, ensuring up-to-date and relevant information is utilized.</a:t>
            </a:r>
          </a:p>
        </p:txBody>
      </p:sp>
      <p:sp>
        <p:nvSpPr>
          <p:cNvPr id="18" name="Rectangle 17"/>
          <p:cNvSpPr/>
          <p:nvPr/>
        </p:nvSpPr>
        <p:spPr>
          <a:xfrm>
            <a:off x="3170783"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170783"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170783"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9415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94150" y="1508670"/>
            <a:ext cx="304800" cy="304800"/>
          </a:xfrm>
          <a:prstGeom prst="rect">
            <a:avLst/>
          </a:prstGeom>
          <a:noFill/>
          <a:ln>
            <a:noFill/>
          </a:ln>
        </p:spPr>
        <p:txBody>
          <a:bodyPr wrap="square" bIns="0" lIns="0" rIns="0" tIns="0" anchor="t">
            <a:spAutoFit/>
          </a:bodyPr>
          <a:lstStyle/>
          <a:p>
            <a:pPr algn="ctr"/>
          </a:p>
        </p:txBody>
      </p:sp>
      <p:pic>
        <p:nvPicPr>
          <p:cNvPr id="23" name="Picture 22" descr="tmp7cgugzls.png"/>
          <p:cNvPicPr>
            <a:picLocks noChangeAspect="1"/>
          </p:cNvPicPr>
          <p:nvPr/>
        </p:nvPicPr>
        <p:blipFill>
          <a:blip r:embed="rId3"/>
          <a:stretch>
            <a:fillRect/>
          </a:stretch>
        </p:blipFill>
        <p:spPr>
          <a:xfrm>
            <a:off x="4394150" y="1508670"/>
            <a:ext cx="304800" cy="304800"/>
          </a:xfrm>
          <a:prstGeom prst="rect">
            <a:avLst/>
          </a:prstGeom>
        </p:spPr>
      </p:pic>
      <p:sp>
        <p:nvSpPr>
          <p:cNvPr id="24" name="TextBox 23"/>
          <p:cNvSpPr txBox="1"/>
          <p:nvPr/>
        </p:nvSpPr>
        <p:spPr>
          <a:xfrm>
            <a:off x="3170783" y="1927770"/>
            <a:ext cx="2751683" cy="228600"/>
          </a:xfrm>
          <a:prstGeom prst="rect">
            <a:avLst/>
          </a:prstGeom>
          <a:noFill/>
          <a:ln>
            <a:noFill/>
          </a:ln>
        </p:spPr>
        <p:txBody>
          <a:bodyPr wrap="square" bIns="0" lIns="0" rIns="0" tIns="0" anchor="t">
            <a:spAutoFit/>
          </a:bodyPr>
          <a:lstStyle/>
          <a:p>
            <a:pPr algn="ctr"/>
            <a:r>
              <a:rPr b="1" i="0" sz="1300">
                <a:solidFill>
                  <a:srgbClr val="FFFFFF"/>
                </a:solidFill>
                <a:latin typeface="Verdana"/>
              </a:rPr>
              <a:t>Custom Data Injection</a:t>
            </a:r>
          </a:p>
          <a:p>
            <a:pPr algn="ctr">
              <a:spcAft>
                <a:spcPts val="1200"/>
              </a:spcAft>
            </a:pPr>
            <a:r>
              <a:rPr b="0" i="0" sz="1400">
                <a:solidFill>
                  <a:srgbClr val="FFFFFF"/>
                </a:solidFill>
                <a:latin typeface="Verdana"/>
              </a:rPr>
              <a:t>By integrating a corpus of 100,000 papers from 2023 to 2025, MedRAG ensures that the latest AI and healthcare research is readily available for model training.</a:t>
            </a:r>
          </a:p>
        </p:txBody>
      </p:sp>
      <p:sp>
        <p:nvSpPr>
          <p:cNvPr id="25" name="Rectangle 24"/>
          <p:cNvSpPr/>
          <p:nvPr/>
        </p:nvSpPr>
        <p:spPr>
          <a:xfrm>
            <a:off x="6112966"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12966"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12966"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36333"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36333" y="1508670"/>
            <a:ext cx="304800" cy="304800"/>
          </a:xfrm>
          <a:prstGeom prst="rect">
            <a:avLst/>
          </a:prstGeom>
          <a:noFill/>
          <a:ln>
            <a:noFill/>
          </a:ln>
        </p:spPr>
        <p:txBody>
          <a:bodyPr wrap="square" bIns="0" lIns="0" rIns="0" tIns="0" anchor="t">
            <a:spAutoFit/>
          </a:bodyPr>
          <a:lstStyle/>
          <a:p>
            <a:pPr algn="ctr"/>
          </a:p>
        </p:txBody>
      </p:sp>
      <p:pic>
        <p:nvPicPr>
          <p:cNvPr id="30" name="Picture 29" descr="tmpdrwnj15q.png"/>
          <p:cNvPicPr>
            <a:picLocks noChangeAspect="1"/>
          </p:cNvPicPr>
          <p:nvPr/>
        </p:nvPicPr>
        <p:blipFill>
          <a:blip r:embed="rId4"/>
          <a:stretch>
            <a:fillRect/>
          </a:stretch>
        </p:blipFill>
        <p:spPr>
          <a:xfrm>
            <a:off x="7336333" y="1508670"/>
            <a:ext cx="304800" cy="304800"/>
          </a:xfrm>
          <a:prstGeom prst="rect">
            <a:avLst/>
          </a:prstGeom>
        </p:spPr>
      </p:pic>
      <p:sp>
        <p:nvSpPr>
          <p:cNvPr id="31" name="TextBox 30"/>
          <p:cNvSpPr txBox="1"/>
          <p:nvPr/>
        </p:nvSpPr>
        <p:spPr>
          <a:xfrm>
            <a:off x="6112966" y="1927770"/>
            <a:ext cx="2751683" cy="426839"/>
          </a:xfrm>
          <a:prstGeom prst="rect">
            <a:avLst/>
          </a:prstGeom>
          <a:noFill/>
          <a:ln>
            <a:noFill/>
          </a:ln>
        </p:spPr>
        <p:txBody>
          <a:bodyPr wrap="square" bIns="0" lIns="0" rIns="0" tIns="0" anchor="t">
            <a:spAutoFit/>
          </a:bodyPr>
          <a:lstStyle/>
          <a:p>
            <a:pPr algn="ctr"/>
            <a:r>
              <a:rPr b="1" i="0" sz="1300">
                <a:solidFill>
                  <a:srgbClr val="FFFFFF"/>
                </a:solidFill>
                <a:latin typeface="Verdana"/>
              </a:rPr>
              <a:t>Model Chaining for Efficiency</a:t>
            </a:r>
          </a:p>
          <a:p>
            <a:pPr algn="ctr">
              <a:spcAft>
                <a:spcPts val="1200"/>
              </a:spcAft>
            </a:pPr>
            <a:r>
              <a:rPr b="0" i="0" sz="1400">
                <a:solidFill>
                  <a:srgbClr val="FFFFFF"/>
                </a:solidFill>
                <a:latin typeface="Verdana"/>
              </a:rPr>
              <a:t>This approach decouples tasks across three specialized models, optimizing resource utilization and enhancing overall system performance.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a:bodyPr>
          <a:lstStyle/>
          <a:p>
            <a:r>
              <a:t>The MedRAG Pipeline (Methodology Diagram)</a:t>
            </a:r>
          </a:p>
        </p:txBody>
      </p:sp>
      <p:sp>
        <p:nvSpPr>
          <p:cNvPr id="4" name="Subtitle 3"/>
          <p:cNvSpPr>
            <a:spLocks noGrp="1"/>
          </p:cNvSpPr>
          <p:nvPr>
            <p:ph type="subTitle" idx="2"/>
          </p:nvPr>
        </p:nvSpPr>
        <p:spPr/>
        <p:txBody>
          <a:bodyPr>
            <a:normAutofit/>
          </a:bodyPr>
          <a:lstStyle/>
          <a:p>
            <a:r>
              <a:t>Understanding the Architecture and Key Steps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FFFFFF"/>
                </a:solidFill>
                <a:latin typeface="Proxima Nova"/>
              </a:defRPr>
            </a:pPr>
          </a:p>
        </p:txBody>
      </p:sp>
      <p:sp>
        <p:nvSpPr>
          <p:cNvPr id="7" name="Rectangle 6"/>
          <p:cNvSpPr/>
          <p:nvPr/>
        </p:nvSpPr>
        <p:spPr>
          <a:xfrm>
            <a:off x="228600" y="1508670"/>
            <a:ext cx="8686800"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51967"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51967" y="1508670"/>
            <a:ext cx="304800" cy="304800"/>
          </a:xfrm>
          <a:prstGeom prst="rect">
            <a:avLst/>
          </a:prstGeom>
          <a:noFill/>
          <a:ln>
            <a:noFill/>
          </a:ln>
        </p:spPr>
        <p:txBody>
          <a:bodyPr wrap="square" bIns="0" lIns="0" rIns="0" tIns="0" anchor="t">
            <a:spAutoFit/>
          </a:bodyPr>
          <a:lstStyle/>
          <a:p>
            <a:pPr algn="ctr"/>
          </a:p>
        </p:txBody>
      </p:sp>
      <p:pic>
        <p:nvPicPr>
          <p:cNvPr id="16" name="Picture 15" descr="tmpsj7gcdbf.png"/>
          <p:cNvPicPr>
            <a:picLocks noChangeAspect="1"/>
          </p:cNvPicPr>
          <p:nvPr/>
        </p:nvPicPr>
        <p:blipFill>
          <a:blip r:embed="rId2"/>
          <a:stretch>
            <a:fillRect/>
          </a:stretch>
        </p:blipFill>
        <p:spPr>
          <a:xfrm>
            <a:off x="1451967" y="1508670"/>
            <a:ext cx="304800" cy="304800"/>
          </a:xfrm>
          <a:prstGeom prst="rect">
            <a:avLst/>
          </a:prstGeom>
        </p:spPr>
      </p:pic>
      <p:sp>
        <p:nvSpPr>
          <p:cNvPr id="17" name="TextBox 16"/>
          <p:cNvSpPr txBox="1"/>
          <p:nvPr/>
        </p:nvSpPr>
        <p:spPr>
          <a:xfrm>
            <a:off x="228600" y="1927770"/>
            <a:ext cx="2751683" cy="228600"/>
          </a:xfrm>
          <a:prstGeom prst="rect">
            <a:avLst/>
          </a:prstGeom>
          <a:noFill/>
          <a:ln>
            <a:noFill/>
          </a:ln>
        </p:spPr>
        <p:txBody>
          <a:bodyPr wrap="square" bIns="0" lIns="0" rIns="0" tIns="0" anchor="t">
            <a:spAutoFit/>
          </a:bodyPr>
          <a:lstStyle/>
          <a:p>
            <a:pPr algn="ctr"/>
            <a:r>
              <a:rPr b="1" i="0" sz="1300">
                <a:solidFill>
                  <a:srgbClr val="FFFFFF"/>
                </a:solidFill>
                <a:latin typeface="Verdana"/>
              </a:rPr>
              <a:t>Architecture Overview</a:t>
            </a:r>
          </a:p>
          <a:p>
            <a:pPr algn="ctr">
              <a:spcAft>
                <a:spcPts val="1200"/>
              </a:spcAft>
            </a:pPr>
            <a:r>
              <a:rPr b="0" i="0" sz="1400">
                <a:solidFill>
                  <a:srgbClr val="FFFFFF"/>
                </a:solidFill>
                <a:latin typeface="Verdana"/>
              </a:rPr>
              <a:t>The MedRAG pipeline consists of FAISS for efficient document retrieval, followed by FiD synthesis and Gemma enhancement for output generation.</a:t>
            </a:r>
          </a:p>
        </p:txBody>
      </p:sp>
      <p:sp>
        <p:nvSpPr>
          <p:cNvPr id="18" name="Rectangle 17"/>
          <p:cNvSpPr/>
          <p:nvPr/>
        </p:nvSpPr>
        <p:spPr>
          <a:xfrm>
            <a:off x="3170783"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170783"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170783"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9415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94150" y="1508670"/>
            <a:ext cx="304800" cy="304800"/>
          </a:xfrm>
          <a:prstGeom prst="rect">
            <a:avLst/>
          </a:prstGeom>
          <a:noFill/>
          <a:ln>
            <a:noFill/>
          </a:ln>
        </p:spPr>
        <p:txBody>
          <a:bodyPr wrap="square" bIns="0" lIns="0" rIns="0" tIns="0" anchor="t">
            <a:spAutoFit/>
          </a:bodyPr>
          <a:lstStyle/>
          <a:p>
            <a:pPr algn="ctr"/>
          </a:p>
        </p:txBody>
      </p:sp>
      <p:pic>
        <p:nvPicPr>
          <p:cNvPr id="23" name="Picture 22" descr="tmpg5s41lzd.png"/>
          <p:cNvPicPr>
            <a:picLocks noChangeAspect="1"/>
          </p:cNvPicPr>
          <p:nvPr/>
        </p:nvPicPr>
        <p:blipFill>
          <a:blip r:embed="rId3"/>
          <a:stretch>
            <a:fillRect/>
          </a:stretch>
        </p:blipFill>
        <p:spPr>
          <a:xfrm>
            <a:off x="4394150" y="1508670"/>
            <a:ext cx="304800" cy="304800"/>
          </a:xfrm>
          <a:prstGeom prst="rect">
            <a:avLst/>
          </a:prstGeom>
        </p:spPr>
      </p:pic>
      <p:sp>
        <p:nvSpPr>
          <p:cNvPr id="24" name="TextBox 23"/>
          <p:cNvSpPr txBox="1"/>
          <p:nvPr/>
        </p:nvSpPr>
        <p:spPr>
          <a:xfrm>
            <a:off x="3170783" y="1927770"/>
            <a:ext cx="2751683" cy="228600"/>
          </a:xfrm>
          <a:prstGeom prst="rect">
            <a:avLst/>
          </a:prstGeom>
          <a:noFill/>
          <a:ln>
            <a:noFill/>
          </a:ln>
        </p:spPr>
        <p:txBody>
          <a:bodyPr wrap="square" bIns="0" lIns="0" rIns="0" tIns="0" anchor="t">
            <a:spAutoFit/>
          </a:bodyPr>
          <a:lstStyle/>
          <a:p>
            <a:pPr algn="ctr"/>
            <a:r>
              <a:rPr b="1" i="0" sz="1300">
                <a:solidFill>
                  <a:srgbClr val="FFFFFF"/>
                </a:solidFill>
                <a:latin typeface="Verdana"/>
              </a:rPr>
              <a:t>Key Steps in the Process</a:t>
            </a:r>
          </a:p>
          <a:p>
            <a:pPr algn="ctr">
              <a:spcAft>
                <a:spcPts val="1200"/>
              </a:spcAft>
            </a:pPr>
            <a:r>
              <a:rPr b="0" i="0" sz="1400">
                <a:solidFill>
                  <a:srgbClr val="FFFFFF"/>
                </a:solidFill>
                <a:latin typeface="Verdana"/>
              </a:rPr>
              <a:t>The pipeline includes retrieval, synthesis, generation, and validation of outputs, ensuring a comprehensive approach to knowledge integration.</a:t>
            </a:r>
          </a:p>
        </p:txBody>
      </p:sp>
      <p:sp>
        <p:nvSpPr>
          <p:cNvPr id="25" name="Rectangle 24"/>
          <p:cNvSpPr/>
          <p:nvPr/>
        </p:nvSpPr>
        <p:spPr>
          <a:xfrm>
            <a:off x="6112966"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12966"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12966"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36333"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36333" y="1508670"/>
            <a:ext cx="304800" cy="304800"/>
          </a:xfrm>
          <a:prstGeom prst="rect">
            <a:avLst/>
          </a:prstGeom>
          <a:noFill/>
          <a:ln>
            <a:noFill/>
          </a:ln>
        </p:spPr>
        <p:txBody>
          <a:bodyPr wrap="square" bIns="0" lIns="0" rIns="0" tIns="0" anchor="t">
            <a:spAutoFit/>
          </a:bodyPr>
          <a:lstStyle/>
          <a:p>
            <a:pPr algn="ctr"/>
          </a:p>
        </p:txBody>
      </p:sp>
      <p:pic>
        <p:nvPicPr>
          <p:cNvPr id="30" name="Picture 29" descr="tmpczqxm0ny.png"/>
          <p:cNvPicPr>
            <a:picLocks noChangeAspect="1"/>
          </p:cNvPicPr>
          <p:nvPr/>
        </p:nvPicPr>
        <p:blipFill>
          <a:blip r:embed="rId4"/>
          <a:stretch>
            <a:fillRect/>
          </a:stretch>
        </p:blipFill>
        <p:spPr>
          <a:xfrm>
            <a:off x="7336333" y="1508670"/>
            <a:ext cx="304800" cy="304800"/>
          </a:xfrm>
          <a:prstGeom prst="rect">
            <a:avLst/>
          </a:prstGeom>
        </p:spPr>
      </p:pic>
      <p:sp>
        <p:nvSpPr>
          <p:cNvPr id="31" name="TextBox 30"/>
          <p:cNvSpPr txBox="1"/>
          <p:nvPr/>
        </p:nvSpPr>
        <p:spPr>
          <a:xfrm>
            <a:off x="6112966" y="1927770"/>
            <a:ext cx="2751683" cy="228600"/>
          </a:xfrm>
          <a:prstGeom prst="rect">
            <a:avLst/>
          </a:prstGeom>
          <a:noFill/>
          <a:ln>
            <a:noFill/>
          </a:ln>
        </p:spPr>
        <p:txBody>
          <a:bodyPr wrap="square" bIns="0" lIns="0" rIns="0" tIns="0" anchor="t">
            <a:spAutoFit/>
          </a:bodyPr>
          <a:lstStyle/>
          <a:p>
            <a:pPr algn="ctr"/>
            <a:r>
              <a:rPr b="1" i="0" sz="1300">
                <a:solidFill>
                  <a:srgbClr val="FFFFFF"/>
                </a:solidFill>
                <a:latin typeface="Verdana"/>
              </a:rPr>
              <a:t>User Query Integration</a:t>
            </a:r>
          </a:p>
          <a:p>
            <a:pPr algn="ctr">
              <a:spcAft>
                <a:spcPts val="1200"/>
              </a:spcAft>
            </a:pPr>
            <a:r>
              <a:rPr b="0" i="0" sz="1400">
                <a:solidFill>
                  <a:srgbClr val="FFFFFF"/>
                </a:solidFill>
                <a:latin typeface="Verdana"/>
              </a:rPr>
              <a:t>User queries are embedded into the FAISS system for precise document retrieval, enhancing the relevance of the generated outputs.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a:bodyPr>
          <a:lstStyle/>
          <a:p>
            <a:r>
              <a:t>Performance Metrics (Quantitative Results)</a:t>
            </a:r>
          </a:p>
        </p:txBody>
      </p:sp>
      <p:sp>
        <p:nvSpPr>
          <p:cNvPr id="4" name="Subtitle 3"/>
          <p:cNvSpPr>
            <a:spLocks noGrp="1"/>
          </p:cNvSpPr>
          <p:nvPr>
            <p:ph type="subTitle" idx="2"/>
          </p:nvPr>
        </p:nvSpPr>
        <p:spPr/>
        <p:txBody>
          <a:bodyPr>
            <a:normAutofit/>
          </a:bodyPr>
          <a:lstStyle/>
          <a:p>
            <a:r>
              <a:t>Evaluating the Effectiveness of MedRAG</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FFFFFF"/>
                </a:solidFill>
                <a:latin typeface="Proxima Nova"/>
              </a:defRPr>
            </a:pPr>
          </a:p>
        </p:txBody>
      </p:sp>
      <p:sp>
        <p:nvSpPr>
          <p:cNvPr id="7" name="Rectangle 6"/>
          <p:cNvSpPr/>
          <p:nvPr/>
        </p:nvSpPr>
        <p:spPr>
          <a:xfrm>
            <a:off x="228600" y="1508670"/>
            <a:ext cx="8686800"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4165699"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508670"/>
            <a:ext cx="4165699" cy="2688431"/>
          </a:xfrm>
          <a:prstGeom prst="rect">
            <a:avLst/>
          </a:prstGeom>
          <a:noFill/>
          <a:ln>
            <a:noFill/>
          </a:ln>
        </p:spPr>
        <p:txBody>
          <a:bodyPr wrap="square" bIns="190500" lIns="165100" rIns="0" tIns="0" anchor="t">
            <a:spAutoFit/>
          </a:bodyPr>
          <a:lstStyle/>
          <a:p>
            <a:pPr algn="l" marL="228600" indent="-91440">
              <a:spcBef>
                <a:spcPts val="0"/>
              </a:spcBef>
              <a:spcAft>
                <a:spcPts val="1200"/>
              </a:spcAft>
              <a:buSzPct val="88888"/>
              <a:buFont typeface="Arial"/>
              <a:buChar char="•"/>
            </a:pPr>
            <a:r>
              <a:rPr b="1" i="0" sz="1200">
                <a:solidFill>
                  <a:srgbClr val="FFFFFF"/>
                </a:solidFill>
                <a:latin typeface="Verdana"/>
              </a:rPr>
              <a:t>Quantitative Results:</a:t>
            </a:r>
            <a:r>
              <a:rPr b="0" i="0" sz="1200">
                <a:solidFill>
                  <a:srgbClr val="FFFFFF"/>
                </a:solidFill>
                <a:latin typeface="Verdana"/>
              </a:rPr>
              <a:t> The validation process demonstrates significant performance uplift, showcasing the effectiveness of the MedRAG approach.</a:t>
            </a:r>
          </a:p>
          <a:p>
            <a:pPr lvl="1" algn="l" marL="228600" indent="-91440">
              <a:spcBef>
                <a:spcPts val="0"/>
              </a:spcBef>
              <a:spcAft>
                <a:spcPts val="1200"/>
              </a:spcAft>
              <a:buSzPct val="88888"/>
              <a:buFont typeface="Arial"/>
              <a:buChar char="•"/>
            </a:pPr>
            <a:r>
              <a:rPr b="1" i="0" sz="1200">
                <a:solidFill>
                  <a:srgbClr val="FFFFFF"/>
                </a:solidFill>
                <a:latin typeface="Verdana"/>
              </a:rPr>
              <a:t>Quality Gain of +22.9%:</a:t>
            </a:r>
            <a:r>
              <a:rPr b="0" i="0" sz="1200">
                <a:solidFill>
                  <a:srgbClr val="FFFFFF"/>
                </a:solidFill>
                <a:latin typeface="Verdana"/>
              </a:rPr>
              <a:t> The enhancement layer of MedRAG contributes to a notable quality gain, improving the relevance and accuracy of generated outputs.</a:t>
            </a:r>
          </a:p>
          <a:p>
            <a:pPr lvl="1" algn="l" marL="228600" indent="-91440">
              <a:spcBef>
                <a:spcPts val="0"/>
              </a:spcBef>
              <a:spcAft>
                <a:spcPts val="0"/>
              </a:spcAft>
              <a:buSzPct val="88888"/>
              <a:buFont typeface="Arial"/>
              <a:buChar char="•"/>
            </a:pPr>
            <a:r>
              <a:rPr b="1" i="0" sz="1200">
                <a:solidFill>
                  <a:srgbClr val="FFFFFF"/>
                </a:solidFill>
                <a:latin typeface="Verdana"/>
              </a:rPr>
              <a:t>Performance Comparison Table:</a:t>
            </a:r>
            <a:r>
              <a:rPr b="0" i="0" sz="1200">
                <a:solidFill>
                  <a:srgbClr val="FFFFFF"/>
                </a:solidFill>
                <a:latin typeface="Verdana"/>
              </a:rPr>
              <a:t> A comparative analysis of baseline models versus the full MedRAG implementation, illustrating the advantages of our approach.</a:t>
            </a:r>
          </a:p>
        </p:txBody>
      </p:sp>
      <p:sp>
        <p:nvSpPr>
          <p:cNvPr id="12" name="Rectangle 11"/>
          <p:cNvSpPr/>
          <p:nvPr/>
        </p:nvSpPr>
        <p:spPr>
          <a:xfrm>
            <a:off x="4699099" y="1508670"/>
            <a:ext cx="4165699" cy="30480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99099" y="1508670"/>
            <a:ext cx="4165699" cy="30480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99099" y="1508670"/>
            <a:ext cx="4165699" cy="3048000"/>
          </a:xfrm>
          <a:prstGeom prst="rect">
            <a:avLst/>
          </a:prstGeom>
          <a:noFill/>
          <a:ln>
            <a:noFill/>
          </a:ln>
        </p:spPr>
        <p:txBody>
          <a:bodyPr wrap="square" bIns="0" lIns="0" rIns="0" tIns="0" anchor="t">
            <a:spAutoFit/>
          </a:bodyPr>
          <a:lstStyle/>
          <a:p>
            <a:pPr algn="l"/>
          </a:p>
        </p:txBody>
      </p:sp>
      <p:pic>
        <p:nvPicPr>
          <p:cNvPr id="15" name="Picture 14" descr="tmpmjak_2vy.png"/>
          <p:cNvPicPr>
            <a:picLocks noChangeAspect="1"/>
          </p:cNvPicPr>
          <p:nvPr/>
        </p:nvPicPr>
        <p:blipFill>
          <a:blip r:embed="rId2"/>
          <a:stretch>
            <a:fillRect/>
          </a:stretch>
        </p:blipFill>
        <p:spPr>
          <a:xfrm>
            <a:off x="4699099" y="1508670"/>
            <a:ext cx="4165699" cy="304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a:bodyPr>
          <a:lstStyle/>
          <a:p>
            <a:r>
              <a:t>Conclusion and Future Work</a:t>
            </a:r>
          </a:p>
        </p:txBody>
      </p:sp>
      <p:sp>
        <p:nvSpPr>
          <p:cNvPr id="4" name="Subtitle 3"/>
          <p:cNvSpPr>
            <a:spLocks noGrp="1"/>
          </p:cNvSpPr>
          <p:nvPr>
            <p:ph type="subTitle" idx="2"/>
          </p:nvPr>
        </p:nvSpPr>
        <p:spPr/>
        <p:txBody>
          <a:bodyPr>
            <a:normAutofit/>
          </a:bodyPr>
          <a:lstStyle/>
          <a:p>
            <a:r>
              <a:t>Summarizing MedRAG's Impact and Next Steps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FFFFFF"/>
                </a:solidFill>
                <a:latin typeface="Proxima Nova"/>
              </a:defRPr>
            </a:pPr>
          </a:p>
        </p:txBody>
      </p:sp>
      <p:sp>
        <p:nvSpPr>
          <p:cNvPr id="7" name="Rectangle 6"/>
          <p:cNvSpPr/>
          <p:nvPr/>
        </p:nvSpPr>
        <p:spPr>
          <a:xfrm>
            <a:off x="228600" y="1508670"/>
            <a:ext cx="8686800"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4165699"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508670"/>
            <a:ext cx="4165699" cy="1709737"/>
          </a:xfrm>
          <a:prstGeom prst="rect">
            <a:avLst/>
          </a:prstGeom>
          <a:noFill/>
          <a:ln>
            <a:noFill/>
          </a:ln>
        </p:spPr>
        <p:txBody>
          <a:bodyPr wrap="square" bIns="190500" lIns="165100" rIns="0" tIns="0" anchor="t">
            <a:spAutoFit/>
          </a:bodyPr>
          <a:lstStyle/>
          <a:p>
            <a:pPr algn="l" marL="228600" indent="-91440">
              <a:spcBef>
                <a:spcPts val="0"/>
              </a:spcBef>
              <a:spcAft>
                <a:spcPts val="1200"/>
              </a:spcAft>
              <a:buSzPct val="88888"/>
              <a:buFont typeface="Arial"/>
              <a:buChar char="•"/>
            </a:pPr>
            <a:r>
              <a:rPr b="1" i="0" sz="1200">
                <a:solidFill>
                  <a:srgbClr val="FFFFFF"/>
                </a:solidFill>
                <a:latin typeface="Verdana"/>
              </a:rPr>
              <a:t>Conclusion: Resource-Efficient Strategy:</a:t>
            </a:r>
            <a:r>
              <a:rPr b="0" i="0" sz="1200">
                <a:solidFill>
                  <a:srgbClr val="FFFFFF"/>
                </a:solidFill>
                <a:latin typeface="Verdana"/>
              </a:rPr>
              <a:t> MedRAG represents a strategic advancement in deploying current LLM capabilities, addressing critical knowledge gaps in healthcare research.</a:t>
            </a:r>
          </a:p>
          <a:p>
            <a:pPr lvl="1" algn="l" marL="228600" indent="-91440">
              <a:spcBef>
                <a:spcPts val="0"/>
              </a:spcBef>
              <a:spcAft>
                <a:spcPts val="0"/>
              </a:spcAft>
              <a:buSzPct val="88888"/>
              <a:buFont typeface="Arial"/>
              <a:buChar char="•"/>
            </a:pPr>
            <a:r>
              <a:rPr b="1" i="0" sz="1200">
                <a:solidFill>
                  <a:srgbClr val="FFFFFF"/>
                </a:solidFill>
                <a:latin typeface="Verdana"/>
              </a:rPr>
              <a:t>Future Work Directions:</a:t>
            </a:r>
            <a:r>
              <a:rPr b="0" i="0" sz="1200">
                <a:solidFill>
                  <a:srgbClr val="FFFFFF"/>
                </a:solidFill>
                <a:latin typeface="Verdana"/>
              </a:rPr>
              <a:t> Future initiatives will focus on multimodal RAG, dynamic latency control, and enhancing trust and explainability mechanisms in AI systems.</a:t>
            </a:r>
          </a:p>
        </p:txBody>
      </p:sp>
      <p:sp>
        <p:nvSpPr>
          <p:cNvPr id="12" name="Rectangle 11"/>
          <p:cNvSpPr/>
          <p:nvPr/>
        </p:nvSpPr>
        <p:spPr>
          <a:xfrm>
            <a:off x="4699099" y="1508670"/>
            <a:ext cx="4165699" cy="277713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99099" y="1508670"/>
            <a:ext cx="4165699" cy="2777132"/>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99099" y="1508670"/>
            <a:ext cx="4165699" cy="2777132"/>
          </a:xfrm>
          <a:prstGeom prst="rect">
            <a:avLst/>
          </a:prstGeom>
          <a:noFill/>
          <a:ln>
            <a:noFill/>
          </a:ln>
        </p:spPr>
        <p:txBody>
          <a:bodyPr wrap="square" bIns="0" lIns="0" rIns="0" tIns="0" anchor="t">
            <a:spAutoFit/>
          </a:bodyPr>
          <a:lstStyle/>
          <a:p>
            <a:pPr algn="l"/>
          </a:p>
        </p:txBody>
      </p:sp>
      <p:pic>
        <p:nvPicPr>
          <p:cNvPr id="15" name="Picture 14" descr="tmpfqvw4_xm.png"/>
          <p:cNvPicPr>
            <a:picLocks noChangeAspect="1"/>
          </p:cNvPicPr>
          <p:nvPr/>
        </p:nvPicPr>
        <p:blipFill>
          <a:blip r:embed="rId2"/>
          <a:stretch>
            <a:fillRect/>
          </a:stretch>
        </p:blipFill>
        <p:spPr>
          <a:xfrm>
            <a:off x="4699099" y="1508670"/>
            <a:ext cx="4165699" cy="27771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a:bodyPr>
          <a:lstStyle/>
          <a:p>
            <a:r>
              <a:t>Implications for AI in Healthcare</a:t>
            </a:r>
          </a:p>
        </p:txBody>
      </p:sp>
      <p:sp>
        <p:nvSpPr>
          <p:cNvPr id="4" name="Subtitle 3"/>
          <p:cNvSpPr>
            <a:spLocks noGrp="1"/>
          </p:cNvSpPr>
          <p:nvPr>
            <p:ph type="subTitle" idx="2"/>
          </p:nvPr>
        </p:nvSpPr>
        <p:spPr/>
        <p:txBody>
          <a:bodyPr>
            <a:normAutofit/>
          </a:bodyPr>
          <a:lstStyle/>
          <a:p>
            <a:r>
              <a:t>Exploring the Future of AI Applications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FFFFFF"/>
                </a:solidFill>
                <a:latin typeface="Proxima Nova"/>
              </a:defRPr>
            </a:pPr>
          </a:p>
        </p:txBody>
      </p:sp>
      <p:sp>
        <p:nvSpPr>
          <p:cNvPr id="7" name="Rectangle 6"/>
          <p:cNvSpPr/>
          <p:nvPr/>
        </p:nvSpPr>
        <p:spPr>
          <a:xfrm>
            <a:off x="228600" y="1508670"/>
            <a:ext cx="8686800"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8600"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51967"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51967" y="1508670"/>
            <a:ext cx="304800" cy="304800"/>
          </a:xfrm>
          <a:prstGeom prst="rect">
            <a:avLst/>
          </a:prstGeom>
          <a:noFill/>
          <a:ln>
            <a:noFill/>
          </a:ln>
        </p:spPr>
        <p:txBody>
          <a:bodyPr wrap="square" bIns="0" lIns="0" rIns="0" tIns="0" anchor="t">
            <a:spAutoFit/>
          </a:bodyPr>
          <a:lstStyle/>
          <a:p>
            <a:pPr algn="ctr"/>
          </a:p>
        </p:txBody>
      </p:sp>
      <p:pic>
        <p:nvPicPr>
          <p:cNvPr id="16" name="Picture 15" descr="tmplsm2bx92.png"/>
          <p:cNvPicPr>
            <a:picLocks noChangeAspect="1"/>
          </p:cNvPicPr>
          <p:nvPr/>
        </p:nvPicPr>
        <p:blipFill>
          <a:blip r:embed="rId2"/>
          <a:stretch>
            <a:fillRect/>
          </a:stretch>
        </p:blipFill>
        <p:spPr>
          <a:xfrm>
            <a:off x="1451967" y="1508670"/>
            <a:ext cx="304800" cy="304800"/>
          </a:xfrm>
          <a:prstGeom prst="rect">
            <a:avLst/>
          </a:prstGeom>
        </p:spPr>
      </p:pic>
      <p:sp>
        <p:nvSpPr>
          <p:cNvPr id="17" name="TextBox 16"/>
          <p:cNvSpPr txBox="1"/>
          <p:nvPr/>
        </p:nvSpPr>
        <p:spPr>
          <a:xfrm>
            <a:off x="228600" y="1927770"/>
            <a:ext cx="2751683" cy="426839"/>
          </a:xfrm>
          <a:prstGeom prst="rect">
            <a:avLst/>
          </a:prstGeom>
          <a:noFill/>
          <a:ln>
            <a:noFill/>
          </a:ln>
        </p:spPr>
        <p:txBody>
          <a:bodyPr wrap="square" bIns="0" lIns="0" rIns="0" tIns="0" anchor="t">
            <a:spAutoFit/>
          </a:bodyPr>
          <a:lstStyle/>
          <a:p>
            <a:pPr algn="ctr"/>
            <a:r>
              <a:rPr b="1" i="0" sz="1300">
                <a:solidFill>
                  <a:srgbClr val="FFFFFF"/>
                </a:solidFill>
                <a:latin typeface="Verdana"/>
              </a:rPr>
              <a:t>Potential Impact of MedRAG</a:t>
            </a:r>
          </a:p>
          <a:p>
            <a:pPr algn="ctr">
              <a:spcAft>
                <a:spcPts val="1200"/>
              </a:spcAft>
            </a:pPr>
            <a:r>
              <a:rPr b="0" i="0" sz="1400">
                <a:solidFill>
                  <a:srgbClr val="FFFFFF"/>
                </a:solidFill>
                <a:latin typeface="Verdana"/>
              </a:rPr>
              <a:t>MedRAG has the potential to revolutionize AI applications in healthcare, enhancing the speed and accuracy of research outcomes.</a:t>
            </a:r>
          </a:p>
        </p:txBody>
      </p:sp>
      <p:sp>
        <p:nvSpPr>
          <p:cNvPr id="18" name="Rectangle 17"/>
          <p:cNvSpPr/>
          <p:nvPr/>
        </p:nvSpPr>
        <p:spPr>
          <a:xfrm>
            <a:off x="3170783"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170783"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170783"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9415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94150" y="1508670"/>
            <a:ext cx="304800" cy="304800"/>
          </a:xfrm>
          <a:prstGeom prst="rect">
            <a:avLst/>
          </a:prstGeom>
          <a:noFill/>
          <a:ln>
            <a:noFill/>
          </a:ln>
        </p:spPr>
        <p:txBody>
          <a:bodyPr wrap="square" bIns="0" lIns="0" rIns="0" tIns="0" anchor="t">
            <a:spAutoFit/>
          </a:bodyPr>
          <a:lstStyle/>
          <a:p>
            <a:pPr algn="ctr"/>
          </a:p>
        </p:txBody>
      </p:sp>
      <p:pic>
        <p:nvPicPr>
          <p:cNvPr id="23" name="Picture 22" descr="tmphmzdbqvf.png"/>
          <p:cNvPicPr>
            <a:picLocks noChangeAspect="1"/>
          </p:cNvPicPr>
          <p:nvPr/>
        </p:nvPicPr>
        <p:blipFill>
          <a:blip r:embed="rId3"/>
          <a:stretch>
            <a:fillRect/>
          </a:stretch>
        </p:blipFill>
        <p:spPr>
          <a:xfrm>
            <a:off x="4394150" y="1508670"/>
            <a:ext cx="304800" cy="304800"/>
          </a:xfrm>
          <a:prstGeom prst="rect">
            <a:avLst/>
          </a:prstGeom>
        </p:spPr>
      </p:pic>
      <p:sp>
        <p:nvSpPr>
          <p:cNvPr id="24" name="TextBox 23"/>
          <p:cNvSpPr txBox="1"/>
          <p:nvPr/>
        </p:nvSpPr>
        <p:spPr>
          <a:xfrm>
            <a:off x="3170783" y="1927770"/>
            <a:ext cx="2751683" cy="426839"/>
          </a:xfrm>
          <a:prstGeom prst="rect">
            <a:avLst/>
          </a:prstGeom>
          <a:noFill/>
          <a:ln>
            <a:noFill/>
          </a:ln>
        </p:spPr>
        <p:txBody>
          <a:bodyPr wrap="square" bIns="0" lIns="0" rIns="0" tIns="0" anchor="t">
            <a:spAutoFit/>
          </a:bodyPr>
          <a:lstStyle/>
          <a:p>
            <a:pPr algn="ctr"/>
            <a:r>
              <a:rPr b="1" i="0" sz="1300">
                <a:solidFill>
                  <a:srgbClr val="FFFFFF"/>
                </a:solidFill>
                <a:latin typeface="Verdana"/>
              </a:rPr>
              <a:t>Enhancing Research Efficiency</a:t>
            </a:r>
          </a:p>
          <a:p>
            <a:pPr algn="ctr">
              <a:spcAft>
                <a:spcPts val="1200"/>
              </a:spcAft>
            </a:pPr>
            <a:r>
              <a:rPr b="0" i="0" sz="1400">
                <a:solidFill>
                  <a:srgbClr val="FFFFFF"/>
                </a:solidFill>
                <a:latin typeface="Verdana"/>
              </a:rPr>
              <a:t>By providing timely and relevant information, MedRAG can significantly improve the efficiency of healthcare research processes.</a:t>
            </a:r>
          </a:p>
        </p:txBody>
      </p:sp>
      <p:sp>
        <p:nvSpPr>
          <p:cNvPr id="25" name="Rectangle 24"/>
          <p:cNvSpPr/>
          <p:nvPr/>
        </p:nvSpPr>
        <p:spPr>
          <a:xfrm>
            <a:off x="6112966"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12966"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12966" y="1508670"/>
            <a:ext cx="2751683"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36333"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36333" y="1508670"/>
            <a:ext cx="304800" cy="304800"/>
          </a:xfrm>
          <a:prstGeom prst="rect">
            <a:avLst/>
          </a:prstGeom>
          <a:noFill/>
          <a:ln>
            <a:noFill/>
          </a:ln>
        </p:spPr>
        <p:txBody>
          <a:bodyPr wrap="square" bIns="0" lIns="0" rIns="0" tIns="0" anchor="t">
            <a:spAutoFit/>
          </a:bodyPr>
          <a:lstStyle/>
          <a:p>
            <a:pPr algn="ctr"/>
          </a:p>
        </p:txBody>
      </p:sp>
      <p:pic>
        <p:nvPicPr>
          <p:cNvPr id="30" name="Picture 29" descr="tmpdp15x12p.png"/>
          <p:cNvPicPr>
            <a:picLocks noChangeAspect="1"/>
          </p:cNvPicPr>
          <p:nvPr/>
        </p:nvPicPr>
        <p:blipFill>
          <a:blip r:embed="rId4"/>
          <a:stretch>
            <a:fillRect/>
          </a:stretch>
        </p:blipFill>
        <p:spPr>
          <a:xfrm>
            <a:off x="7336333" y="1508670"/>
            <a:ext cx="304800" cy="304800"/>
          </a:xfrm>
          <a:prstGeom prst="rect">
            <a:avLst/>
          </a:prstGeom>
        </p:spPr>
      </p:pic>
      <p:sp>
        <p:nvSpPr>
          <p:cNvPr id="31" name="TextBox 30"/>
          <p:cNvSpPr txBox="1"/>
          <p:nvPr/>
        </p:nvSpPr>
        <p:spPr>
          <a:xfrm>
            <a:off x="6112966" y="1927770"/>
            <a:ext cx="2751683" cy="426839"/>
          </a:xfrm>
          <a:prstGeom prst="rect">
            <a:avLst/>
          </a:prstGeom>
          <a:noFill/>
          <a:ln>
            <a:noFill/>
          </a:ln>
        </p:spPr>
        <p:txBody>
          <a:bodyPr wrap="square" bIns="0" lIns="0" rIns="0" tIns="0" anchor="t">
            <a:spAutoFit/>
          </a:bodyPr>
          <a:lstStyle/>
          <a:p>
            <a:pPr algn="ctr"/>
            <a:r>
              <a:rPr b="1" i="0" sz="1300">
                <a:solidFill>
                  <a:srgbClr val="FFFFFF"/>
                </a:solidFill>
                <a:latin typeface="Verdana"/>
              </a:rPr>
              <a:t>Long-Term Benefits for Professionals</a:t>
            </a:r>
          </a:p>
          <a:p>
            <a:pPr algn="ctr">
              <a:spcAft>
                <a:spcPts val="1200"/>
              </a:spcAft>
            </a:pPr>
            <a:r>
              <a:rPr b="0" i="0" sz="1400">
                <a:solidFill>
                  <a:srgbClr val="FFFFFF"/>
                </a:solidFill>
                <a:latin typeface="Verdana"/>
              </a:rPr>
              <a:t>The long-term implications of MedRAG include improved decision-making and patient outcomes for healthcare professionals and researchers alike.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ormAutofit/>
          </a:bodyPr>
          <a:lstStyle/>
          <a:p>
            <a:r>
              <a:t>Q&amp;amp;A Session</a:t>
            </a:r>
          </a:p>
        </p:txBody>
      </p:sp>
      <p:sp>
        <p:nvSpPr>
          <p:cNvPr id="4" name="Subtitle 3"/>
          <p:cNvSpPr>
            <a:spLocks noGrp="1"/>
          </p:cNvSpPr>
          <p:nvPr>
            <p:ph type="subTitle" idx="2"/>
          </p:nvPr>
        </p:nvSpPr>
        <p:spPr/>
        <p:txBody>
          <a:bodyPr>
            <a:normAutofit/>
          </a:bodyPr>
          <a:lstStyle/>
          <a:p>
            <a:r>
              <a:t>Engaging with the Audience</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b="0" i="0" sz="1300">
                <a:solidFill>
                  <a:srgbClr val="FFFFFF"/>
                </a:solidFill>
                <a:latin typeface="Proxima Nova"/>
              </a:defRPr>
            </a:pPr>
          </a:p>
        </p:txBody>
      </p:sp>
      <p:sp>
        <p:nvSpPr>
          <p:cNvPr id="7" name="Rectangle 6"/>
          <p:cNvSpPr/>
          <p:nvPr/>
        </p:nvSpPr>
        <p:spPr>
          <a:xfrm>
            <a:off x="228600" y="1508670"/>
            <a:ext cx="8686800"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8600" y="1508670"/>
            <a:ext cx="8636198" cy="3192214"/>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FDCB3B"/>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39</Words>
  <Application>Microsoft Macintosh PowerPoint</Application>
  <PresentationFormat>On-screen Show (16:9)</PresentationFormat>
  <Paragraphs>15</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Roboto Slab</vt:lpstr>
      <vt:lpstr>Verdana</vt:lpstr>
      <vt:lpstr>Arial</vt:lpstr>
      <vt:lpstr>Roboto</vt:lpstr>
      <vt:lpstr>Marina</vt:lpstr>
      <vt:lpstr>%title%</vt:lpstr>
      <vt:lpstr>%title%</vt:lpstr>
      <vt:lpstr>%title%</vt:lpstr>
      <vt:lpstr>%title%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cp:lastModifiedBy>Thomas</cp:lastModifiedBy>
  <cp:revision>6</cp:revision>
  <dcterms:modified xsi:type="dcterms:W3CDTF">2025-12-01T13:35:47Z</dcterms:modified>
</cp:coreProperties>
</file>